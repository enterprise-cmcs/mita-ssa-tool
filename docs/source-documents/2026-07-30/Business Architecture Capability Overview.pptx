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9" r:id="rId3"/>
    <p:sldId id="260" r:id="rId4"/>
    <p:sldId id="273" r:id="rId5"/>
    <p:sldId id="274" r:id="rId6"/>
    <p:sldId id="276" r:id="rId7"/>
    <p:sldId id="275" r:id="rId8"/>
    <p:sldId id="268" r:id="rId9"/>
    <p:sldId id="272" r:id="rId10"/>
    <p:sldId id="261" r:id="rId11"/>
    <p:sldId id="263" r:id="rId12"/>
    <p:sldId id="262" r:id="rId13"/>
    <p:sldId id="266" r:id="rId14"/>
    <p:sldId id="265"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5450887-0CDF-F71C-8B9F-BF754EB5BABA}" name="Chris Hopkins" initials="CH" userId="Wm4+JxdYB1WSzeOzhimG4Hq2SQQE9wsBCDA7LNSTtog=" providerId="Non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E4862"/>
    <a:srgbClr val="C04F1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F48252-BAF0-4522-9E94-273AE868980A}" v="17" dt="2026-07-16T18:56:09.906"/>
    <p1510:client id="{CE4B9B3C-5904-4BAC-98A6-06E86FDE399C}" v="35" dt="2026-07-17T14:47:56.70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 Hopkins" userId="Wm4+JxdYB1WSzeOzhimG4Hq2SQQE9wsBCDA7LNSTtog=" providerId="None" clId="Web-{CE4B9B3C-5904-4BAC-98A6-06E86FDE399C}"/>
    <pc:docChg chg="modSld">
      <pc:chgData name="Chris Hopkins" userId="Wm4+JxdYB1WSzeOzhimG4Hq2SQQE9wsBCDA7LNSTtog=" providerId="None" clId="Web-{CE4B9B3C-5904-4BAC-98A6-06E86FDE399C}" dt="2026-07-17T14:47:56.390" v="30" actId="20577"/>
      <pc:docMkLst>
        <pc:docMk/>
      </pc:docMkLst>
      <pc:sldChg chg="modSp">
        <pc:chgData name="Chris Hopkins" userId="Wm4+JxdYB1WSzeOzhimG4Hq2SQQE9wsBCDA7LNSTtog=" providerId="None" clId="Web-{CE4B9B3C-5904-4BAC-98A6-06E86FDE399C}" dt="2026-07-17T14:47:56.390" v="30" actId="20577"/>
        <pc:sldMkLst>
          <pc:docMk/>
          <pc:sldMk cId="1702631733" sldId="274"/>
        </pc:sldMkLst>
        <pc:spChg chg="mod">
          <ac:chgData name="Chris Hopkins" userId="Wm4+JxdYB1WSzeOzhimG4Hq2SQQE9wsBCDA7LNSTtog=" providerId="None" clId="Web-{CE4B9B3C-5904-4BAC-98A6-06E86FDE399C}" dt="2026-07-17T14:42:06.866" v="3" actId="20577"/>
          <ac:spMkLst>
            <pc:docMk/>
            <pc:sldMk cId="1702631733" sldId="274"/>
            <ac:spMk id="22" creationId="{C360385C-BEAC-55C8-558A-57A9851D47F4}"/>
          </ac:spMkLst>
        </pc:spChg>
        <pc:spChg chg="mod">
          <ac:chgData name="Chris Hopkins" userId="Wm4+JxdYB1WSzeOzhimG4Hq2SQQE9wsBCDA7LNSTtog=" providerId="None" clId="Web-{CE4B9B3C-5904-4BAC-98A6-06E86FDE399C}" dt="2026-07-17T14:45:25.839" v="26" actId="20577"/>
          <ac:spMkLst>
            <pc:docMk/>
            <pc:sldMk cId="1702631733" sldId="274"/>
            <ac:spMk id="24" creationId="{9459C16D-9BB5-2AB8-3B82-A7AAD47E0337}"/>
          </ac:spMkLst>
        </pc:spChg>
        <pc:spChg chg="mod">
          <ac:chgData name="Chris Hopkins" userId="Wm4+JxdYB1WSzeOzhimG4Hq2SQQE9wsBCDA7LNSTtog=" providerId="None" clId="Web-{CE4B9B3C-5904-4BAC-98A6-06E86FDE399C}" dt="2026-07-17T14:47:56.390" v="30" actId="20577"/>
          <ac:spMkLst>
            <pc:docMk/>
            <pc:sldMk cId="1702631733" sldId="274"/>
            <ac:spMk id="28" creationId="{B29787FD-93E4-A046-452D-62FD9917631C}"/>
          </ac:spMkLst>
        </pc:spChg>
      </pc:sldChg>
      <pc:sldChg chg="modSp">
        <pc:chgData name="Chris Hopkins" userId="Wm4+JxdYB1WSzeOzhimG4Hq2SQQE9wsBCDA7LNSTtog=" providerId="None" clId="Web-{CE4B9B3C-5904-4BAC-98A6-06E86FDE399C}" dt="2026-07-17T14:43:07.555" v="19" actId="20577"/>
        <pc:sldMkLst>
          <pc:docMk/>
          <pc:sldMk cId="3649030213" sldId="276"/>
        </pc:sldMkLst>
        <pc:spChg chg="mod">
          <ac:chgData name="Chris Hopkins" userId="Wm4+JxdYB1WSzeOzhimG4Hq2SQQE9wsBCDA7LNSTtog=" providerId="None" clId="Web-{CE4B9B3C-5904-4BAC-98A6-06E86FDE399C}" dt="2026-07-17T14:42:36.116" v="11" actId="1076"/>
          <ac:spMkLst>
            <pc:docMk/>
            <pc:sldMk cId="3649030213" sldId="276"/>
            <ac:spMk id="6" creationId="{86D71453-3FDA-380F-E3E2-93014E0C8D24}"/>
          </ac:spMkLst>
        </pc:spChg>
        <pc:spChg chg="mod">
          <ac:chgData name="Chris Hopkins" userId="Wm4+JxdYB1WSzeOzhimG4Hq2SQQE9wsBCDA7LNSTtog=" providerId="None" clId="Web-{CE4B9B3C-5904-4BAC-98A6-06E86FDE399C}" dt="2026-07-17T14:43:07.555" v="19" actId="20577"/>
          <ac:spMkLst>
            <pc:docMk/>
            <pc:sldMk cId="3649030213" sldId="276"/>
            <ac:spMk id="22" creationId="{F90E00B3-595E-28A2-827C-24AB139EBC1C}"/>
          </ac:spMkLst>
        </pc:spChg>
        <pc:grpChg chg="mod">
          <ac:chgData name="Chris Hopkins" userId="Wm4+JxdYB1WSzeOzhimG4Hq2SQQE9wsBCDA7LNSTtog=" providerId="None" clId="Web-{CE4B9B3C-5904-4BAC-98A6-06E86FDE399C}" dt="2026-07-17T14:42:40.085" v="12" actId="1076"/>
          <ac:grpSpMkLst>
            <pc:docMk/>
            <pc:sldMk cId="3649030213" sldId="276"/>
            <ac:grpSpMk id="11" creationId="{F0004321-0BA4-C023-E339-222622151C3F}"/>
          </ac:grpSpMkLst>
        </pc:grpChg>
      </pc:sldChg>
    </pc:docChg>
  </pc:docChgLst>
  <pc:docChgLst>
    <pc:chgData name="Chris Hopkins" userId="Wm4+JxdYB1WSzeOzhimG4Hq2SQQE9wsBCDA7LNSTtog=" providerId="None" clId="Web-{081E53B2-DAD6-4BB3-BEA3-DC151FE17DCE}"/>
    <pc:docChg chg="mod modSld">
      <pc:chgData name="Chris Hopkins" userId="Wm4+JxdYB1WSzeOzhimG4Hq2SQQE9wsBCDA7LNSTtog=" providerId="None" clId="Web-{081E53B2-DAD6-4BB3-BEA3-DC151FE17DCE}" dt="2026-07-14T17:06:20.135" v="867" actId="20577"/>
      <pc:docMkLst>
        <pc:docMk/>
      </pc:docMkLst>
      <pc:sldChg chg="modSp">
        <pc:chgData name="Chris Hopkins" userId="Wm4+JxdYB1WSzeOzhimG4Hq2SQQE9wsBCDA7LNSTtog=" providerId="None" clId="Web-{081E53B2-DAD6-4BB3-BEA3-DC151FE17DCE}" dt="2026-07-14T15:59:12.879" v="354" actId="1076"/>
        <pc:sldMkLst>
          <pc:docMk/>
          <pc:sldMk cId="3512699414" sldId="273"/>
        </pc:sldMkLst>
        <pc:spChg chg="mod">
          <ac:chgData name="Chris Hopkins" userId="Wm4+JxdYB1WSzeOzhimG4Hq2SQQE9wsBCDA7LNSTtog=" providerId="None" clId="Web-{081E53B2-DAD6-4BB3-BEA3-DC151FE17DCE}" dt="2026-07-14T15:56:57.641" v="317" actId="1076"/>
          <ac:spMkLst>
            <pc:docMk/>
            <pc:sldMk cId="3512699414" sldId="273"/>
            <ac:spMk id="3" creationId="{642211A0-3134-BE68-CDEC-D38B2E7A144F}"/>
          </ac:spMkLst>
        </pc:spChg>
        <pc:spChg chg="mod">
          <ac:chgData name="Chris Hopkins" userId="Wm4+JxdYB1WSzeOzhimG4Hq2SQQE9wsBCDA7LNSTtog=" providerId="None" clId="Web-{081E53B2-DAD6-4BB3-BEA3-DC151FE17DCE}" dt="2026-07-14T15:57:29.142" v="324" actId="1076"/>
          <ac:spMkLst>
            <pc:docMk/>
            <pc:sldMk cId="3512699414" sldId="273"/>
            <ac:spMk id="7" creationId="{97C4E105-0839-52C7-EBFD-E540682CE637}"/>
          </ac:spMkLst>
        </pc:spChg>
        <pc:spChg chg="mod">
          <ac:chgData name="Chris Hopkins" userId="Wm4+JxdYB1WSzeOzhimG4Hq2SQQE9wsBCDA7LNSTtog=" providerId="None" clId="Web-{081E53B2-DAD6-4BB3-BEA3-DC151FE17DCE}" dt="2026-07-14T15:57:22.141" v="322" actId="1076"/>
          <ac:spMkLst>
            <pc:docMk/>
            <pc:sldMk cId="3512699414" sldId="273"/>
            <ac:spMk id="8" creationId="{7F69A3A2-C1A0-6F3B-375F-B22639B906B1}"/>
          </ac:spMkLst>
        </pc:spChg>
        <pc:spChg chg="mod">
          <ac:chgData name="Chris Hopkins" userId="Wm4+JxdYB1WSzeOzhimG4Hq2SQQE9wsBCDA7LNSTtog=" providerId="None" clId="Web-{081E53B2-DAD6-4BB3-BEA3-DC151FE17DCE}" dt="2026-07-14T15:59:12.582" v="353" actId="1076"/>
          <ac:spMkLst>
            <pc:docMk/>
            <pc:sldMk cId="3512699414" sldId="273"/>
            <ac:spMk id="9" creationId="{13F50E2F-68CE-B21B-08E0-DB1A7F38F90D}"/>
          </ac:spMkLst>
        </pc:spChg>
        <pc:spChg chg="mod">
          <ac:chgData name="Chris Hopkins" userId="Wm4+JxdYB1WSzeOzhimG4Hq2SQQE9wsBCDA7LNSTtog=" providerId="None" clId="Web-{081E53B2-DAD6-4BB3-BEA3-DC151FE17DCE}" dt="2026-07-14T15:56:50.797" v="316" actId="1076"/>
          <ac:spMkLst>
            <pc:docMk/>
            <pc:sldMk cId="3512699414" sldId="273"/>
            <ac:spMk id="10" creationId="{0E84CB97-2960-2D6D-0B6C-FF74EC291E0B}"/>
          </ac:spMkLst>
        </pc:spChg>
        <pc:spChg chg="mod">
          <ac:chgData name="Chris Hopkins" userId="Wm4+JxdYB1WSzeOzhimG4Hq2SQQE9wsBCDA7LNSTtog=" providerId="None" clId="Web-{081E53B2-DAD6-4BB3-BEA3-DC151FE17DCE}" dt="2026-07-14T15:58:38.987" v="342" actId="1076"/>
          <ac:spMkLst>
            <pc:docMk/>
            <pc:sldMk cId="3512699414" sldId="273"/>
            <ac:spMk id="11" creationId="{DFA9F05E-6B58-3986-A510-98580A29793B}"/>
          </ac:spMkLst>
        </pc:spChg>
        <pc:spChg chg="mod">
          <ac:chgData name="Chris Hopkins" userId="Wm4+JxdYB1WSzeOzhimG4Hq2SQQE9wsBCDA7LNSTtog=" providerId="None" clId="Web-{081E53B2-DAD6-4BB3-BEA3-DC151FE17DCE}" dt="2026-07-14T15:57:29.204" v="325" actId="1076"/>
          <ac:spMkLst>
            <pc:docMk/>
            <pc:sldMk cId="3512699414" sldId="273"/>
            <ac:spMk id="12" creationId="{28F4C9AB-1D56-7BF4-C014-BEAC5E92BC3A}"/>
          </ac:spMkLst>
        </pc:spChg>
        <pc:spChg chg="mod">
          <ac:chgData name="Chris Hopkins" userId="Wm4+JxdYB1WSzeOzhimG4Hq2SQQE9wsBCDA7LNSTtog=" providerId="None" clId="Web-{081E53B2-DAD6-4BB3-BEA3-DC151FE17DCE}" dt="2026-07-14T15:58:35.722" v="340" actId="1076"/>
          <ac:spMkLst>
            <pc:docMk/>
            <pc:sldMk cId="3512699414" sldId="273"/>
            <ac:spMk id="13" creationId="{CE92F1C3-8710-F019-CD83-5C2D4C45F785}"/>
          </ac:spMkLst>
        </pc:spChg>
        <pc:spChg chg="mod">
          <ac:chgData name="Chris Hopkins" userId="Wm4+JxdYB1WSzeOzhimG4Hq2SQQE9wsBCDA7LNSTtog=" providerId="None" clId="Web-{081E53B2-DAD6-4BB3-BEA3-DC151FE17DCE}" dt="2026-07-14T15:59:12.879" v="354" actId="1076"/>
          <ac:spMkLst>
            <pc:docMk/>
            <pc:sldMk cId="3512699414" sldId="273"/>
            <ac:spMk id="14" creationId="{03FA1E32-B6DA-04CA-6947-E5D3355CC397}"/>
          </ac:spMkLst>
        </pc:spChg>
        <pc:spChg chg="mod">
          <ac:chgData name="Chris Hopkins" userId="Wm4+JxdYB1WSzeOzhimG4Hq2SQQE9wsBCDA7LNSTtog=" providerId="None" clId="Web-{081E53B2-DAD6-4BB3-BEA3-DC151FE17DCE}" dt="2026-07-14T15:56:33.546" v="313" actId="1076"/>
          <ac:spMkLst>
            <pc:docMk/>
            <pc:sldMk cId="3512699414" sldId="273"/>
            <ac:spMk id="15" creationId="{B5945B7D-9348-7551-4D1F-FA8D4B3EF80C}"/>
          </ac:spMkLst>
        </pc:spChg>
        <pc:spChg chg="mod">
          <ac:chgData name="Chris Hopkins" userId="Wm4+JxdYB1WSzeOzhimG4Hq2SQQE9wsBCDA7LNSTtog=" providerId="None" clId="Web-{081E53B2-DAD6-4BB3-BEA3-DC151FE17DCE}" dt="2026-07-14T15:58:35.878" v="341" actId="1076"/>
          <ac:spMkLst>
            <pc:docMk/>
            <pc:sldMk cId="3512699414" sldId="273"/>
            <ac:spMk id="16" creationId="{A1474CB2-66D1-41D5-E009-0145F5484D18}"/>
          </ac:spMkLst>
        </pc:spChg>
        <pc:spChg chg="mod">
          <ac:chgData name="Chris Hopkins" userId="Wm4+JxdYB1WSzeOzhimG4Hq2SQQE9wsBCDA7LNSTtog=" providerId="None" clId="Web-{081E53B2-DAD6-4BB3-BEA3-DC151FE17DCE}" dt="2026-07-14T15:59:07.754" v="351" actId="1076"/>
          <ac:spMkLst>
            <pc:docMk/>
            <pc:sldMk cId="3512699414" sldId="273"/>
            <ac:spMk id="17" creationId="{EA72E444-F0D2-8E27-EC1A-4FD13A02A692}"/>
          </ac:spMkLst>
        </pc:spChg>
        <pc:spChg chg="mod">
          <ac:chgData name="Chris Hopkins" userId="Wm4+JxdYB1WSzeOzhimG4Hq2SQQE9wsBCDA7LNSTtog=" providerId="None" clId="Web-{081E53B2-DAD6-4BB3-BEA3-DC151FE17DCE}" dt="2026-07-14T15:57:22.345" v="323" actId="1076"/>
          <ac:spMkLst>
            <pc:docMk/>
            <pc:sldMk cId="3512699414" sldId="273"/>
            <ac:spMk id="18" creationId="{938B1F29-D8E1-D5EE-FBD1-D67A89A843E7}"/>
          </ac:spMkLst>
        </pc:spChg>
        <pc:spChg chg="mod">
          <ac:chgData name="Chris Hopkins" userId="Wm4+JxdYB1WSzeOzhimG4Hq2SQQE9wsBCDA7LNSTtog=" providerId="None" clId="Web-{081E53B2-DAD6-4BB3-BEA3-DC151FE17DCE}" dt="2026-07-14T15:59:07.785" v="352" actId="1076"/>
          <ac:spMkLst>
            <pc:docMk/>
            <pc:sldMk cId="3512699414" sldId="273"/>
            <ac:spMk id="19" creationId="{1041C00D-C070-0EBB-5AB3-BF87E59339FC}"/>
          </ac:spMkLst>
        </pc:spChg>
      </pc:sldChg>
      <pc:sldChg chg="addSp delSp modSp">
        <pc:chgData name="Chris Hopkins" userId="Wm4+JxdYB1WSzeOzhimG4Hq2SQQE9wsBCDA7LNSTtog=" providerId="None" clId="Web-{081E53B2-DAD6-4BB3-BEA3-DC151FE17DCE}" dt="2026-07-14T17:06:20.135" v="867" actId="20577"/>
        <pc:sldMkLst>
          <pc:docMk/>
          <pc:sldMk cId="1702631733" sldId="274"/>
        </pc:sldMkLst>
        <pc:spChg chg="mod">
          <ac:chgData name="Chris Hopkins" userId="Wm4+JxdYB1WSzeOzhimG4Hq2SQQE9wsBCDA7LNSTtog=" providerId="None" clId="Web-{081E53B2-DAD6-4BB3-BEA3-DC151FE17DCE}" dt="2026-07-14T15:53:05.479" v="270" actId="1076"/>
          <ac:spMkLst>
            <pc:docMk/>
            <pc:sldMk cId="1702631733" sldId="274"/>
            <ac:spMk id="5" creationId="{BD2AB164-16EC-8ADB-CDBB-C985B138ECA7}"/>
          </ac:spMkLst>
        </pc:spChg>
        <pc:spChg chg="mod">
          <ac:chgData name="Chris Hopkins" userId="Wm4+JxdYB1WSzeOzhimG4Hq2SQQE9wsBCDA7LNSTtog=" providerId="None" clId="Web-{081E53B2-DAD6-4BB3-BEA3-DC151FE17DCE}" dt="2026-07-14T15:50:24.647" v="232" actId="1076"/>
          <ac:spMkLst>
            <pc:docMk/>
            <pc:sldMk cId="1702631733" sldId="274"/>
            <ac:spMk id="6" creationId="{88F1CDBC-8B5F-B711-96BF-95AC5A35B8D8}"/>
          </ac:spMkLst>
        </pc:spChg>
        <pc:spChg chg="mod">
          <ac:chgData name="Chris Hopkins" userId="Wm4+JxdYB1WSzeOzhimG4Hq2SQQE9wsBCDA7LNSTtog=" providerId="None" clId="Web-{081E53B2-DAD6-4BB3-BEA3-DC151FE17DCE}" dt="2026-07-14T15:50:53.117" v="235" actId="1076"/>
          <ac:spMkLst>
            <pc:docMk/>
            <pc:sldMk cId="1702631733" sldId="274"/>
            <ac:spMk id="7" creationId="{743D84E8-C952-D262-8BDE-0D53A4F408FA}"/>
          </ac:spMkLst>
        </pc:spChg>
        <pc:spChg chg="mod">
          <ac:chgData name="Chris Hopkins" userId="Wm4+JxdYB1WSzeOzhimG4Hq2SQQE9wsBCDA7LNSTtog=" providerId="None" clId="Web-{081E53B2-DAD6-4BB3-BEA3-DC151FE17DCE}" dt="2026-07-14T15:51:47.680" v="255" actId="14100"/>
          <ac:spMkLst>
            <pc:docMk/>
            <pc:sldMk cId="1702631733" sldId="274"/>
            <ac:spMk id="8" creationId="{EDD65D4A-3BE2-89DD-BBD2-8165E170E023}"/>
          </ac:spMkLst>
        </pc:spChg>
        <pc:spChg chg="mod">
          <ac:chgData name="Chris Hopkins" userId="Wm4+JxdYB1WSzeOzhimG4Hq2SQQE9wsBCDA7LNSTtog=" providerId="None" clId="Web-{081E53B2-DAD6-4BB3-BEA3-DC151FE17DCE}" dt="2026-07-14T15:55:36.904" v="302" actId="14100"/>
          <ac:spMkLst>
            <pc:docMk/>
            <pc:sldMk cId="1702631733" sldId="274"/>
            <ac:spMk id="10" creationId="{D7FE2D49-79C2-B5FF-0976-C9BF664579F1}"/>
          </ac:spMkLst>
        </pc:spChg>
        <pc:spChg chg="mod">
          <ac:chgData name="Chris Hopkins" userId="Wm4+JxdYB1WSzeOzhimG4Hq2SQQE9wsBCDA7LNSTtog=" providerId="None" clId="Web-{081E53B2-DAD6-4BB3-BEA3-DC151FE17DCE}" dt="2026-07-14T15:52:05.853" v="258" actId="14100"/>
          <ac:spMkLst>
            <pc:docMk/>
            <pc:sldMk cId="1702631733" sldId="274"/>
            <ac:spMk id="19" creationId="{908071D8-A1D8-9E70-D431-A08B1671E5D8}"/>
          </ac:spMkLst>
        </pc:spChg>
        <pc:spChg chg="mod">
          <ac:chgData name="Chris Hopkins" userId="Wm4+JxdYB1WSzeOzhimG4Hq2SQQE9wsBCDA7LNSTtog=" providerId="None" clId="Web-{081E53B2-DAD6-4BB3-BEA3-DC151FE17DCE}" dt="2026-07-14T15:54:11.074" v="284" actId="1076"/>
          <ac:spMkLst>
            <pc:docMk/>
            <pc:sldMk cId="1702631733" sldId="274"/>
            <ac:spMk id="21" creationId="{0543A82B-B584-24B9-5C7A-CA0296272888}"/>
          </ac:spMkLst>
        </pc:spChg>
        <pc:spChg chg="mod">
          <ac:chgData name="Chris Hopkins" userId="Wm4+JxdYB1WSzeOzhimG4Hq2SQQE9wsBCDA7LNSTtog=" providerId="None" clId="Web-{081E53B2-DAD6-4BB3-BEA3-DC151FE17DCE}" dt="2026-07-14T15:50:38.929" v="234" actId="1076"/>
          <ac:spMkLst>
            <pc:docMk/>
            <pc:sldMk cId="1702631733" sldId="274"/>
            <ac:spMk id="22" creationId="{C360385C-BEAC-55C8-558A-57A9851D47F4}"/>
          </ac:spMkLst>
        </pc:spChg>
        <pc:spChg chg="add">
          <ac:chgData name="Chris Hopkins" userId="Wm4+JxdYB1WSzeOzhimG4Hq2SQQE9wsBCDA7LNSTtog=" providerId="None" clId="Web-{081E53B2-DAD6-4BB3-BEA3-DC151FE17DCE}" dt="2026-07-14T16:07:41.016" v="786"/>
          <ac:spMkLst>
            <pc:docMk/>
            <pc:sldMk cId="1702631733" sldId="274"/>
            <ac:spMk id="23" creationId="{A219157B-ABDB-FBB2-5DA0-ADE0E6F2DF00}"/>
          </ac:spMkLst>
        </pc:spChg>
        <pc:spChg chg="mod">
          <ac:chgData name="Chris Hopkins" userId="Wm4+JxdYB1WSzeOzhimG4Hq2SQQE9wsBCDA7LNSTtog=" providerId="None" clId="Web-{081E53B2-DAD6-4BB3-BEA3-DC151FE17DCE}" dt="2026-07-14T17:06:20.135" v="867" actId="20577"/>
          <ac:spMkLst>
            <pc:docMk/>
            <pc:sldMk cId="1702631733" sldId="274"/>
            <ac:spMk id="24" creationId="{9459C16D-9BB5-2AB8-3B82-A7AAD47E0337}"/>
          </ac:spMkLst>
        </pc:spChg>
        <pc:spChg chg="mod">
          <ac:chgData name="Chris Hopkins" userId="Wm4+JxdYB1WSzeOzhimG4Hq2SQQE9wsBCDA7LNSTtog=" providerId="None" clId="Web-{081E53B2-DAD6-4BB3-BEA3-DC151FE17DCE}" dt="2026-07-14T15:51:55.290" v="256" actId="14100"/>
          <ac:spMkLst>
            <pc:docMk/>
            <pc:sldMk cId="1702631733" sldId="274"/>
            <ac:spMk id="25" creationId="{7F22C334-18C6-0FC8-7FCC-B0F1AC6766E1}"/>
          </ac:spMkLst>
        </pc:spChg>
        <pc:spChg chg="mod">
          <ac:chgData name="Chris Hopkins" userId="Wm4+JxdYB1WSzeOzhimG4Hq2SQQE9wsBCDA7LNSTtog=" providerId="None" clId="Web-{081E53B2-DAD6-4BB3-BEA3-DC151FE17DCE}" dt="2026-07-14T15:55:34.170" v="301" actId="14100"/>
          <ac:spMkLst>
            <pc:docMk/>
            <pc:sldMk cId="1702631733" sldId="274"/>
            <ac:spMk id="26" creationId="{6E7F57D8-4B9B-86A2-44CC-4DAB5BAA596F}"/>
          </ac:spMkLst>
        </pc:spChg>
        <pc:spChg chg="mod">
          <ac:chgData name="Chris Hopkins" userId="Wm4+JxdYB1WSzeOzhimG4Hq2SQQE9wsBCDA7LNSTtog=" providerId="None" clId="Web-{081E53B2-DAD6-4BB3-BEA3-DC151FE17DCE}" dt="2026-07-14T15:51:20.477" v="244" actId="1076"/>
          <ac:spMkLst>
            <pc:docMk/>
            <pc:sldMk cId="1702631733" sldId="274"/>
            <ac:spMk id="27" creationId="{A0E27A94-BD4D-18ED-8CF7-91EEBFD91E97}"/>
          </ac:spMkLst>
        </pc:spChg>
        <pc:spChg chg="mod">
          <ac:chgData name="Chris Hopkins" userId="Wm4+JxdYB1WSzeOzhimG4Hq2SQQE9wsBCDA7LNSTtog=" providerId="None" clId="Web-{081E53B2-DAD6-4BB3-BEA3-DC151FE17DCE}" dt="2026-07-14T15:53:16.417" v="274" actId="1076"/>
          <ac:spMkLst>
            <pc:docMk/>
            <pc:sldMk cId="1702631733" sldId="274"/>
            <ac:spMk id="28" creationId="{B29787FD-93E4-A046-452D-62FD9917631C}"/>
          </ac:spMkLst>
        </pc:spChg>
        <pc:grpChg chg="add mod">
          <ac:chgData name="Chris Hopkins" userId="Wm4+JxdYB1WSzeOzhimG4Hq2SQQE9wsBCDA7LNSTtog=" providerId="None" clId="Web-{081E53B2-DAD6-4BB3-BEA3-DC151FE17DCE}" dt="2026-07-14T15:56:12.890" v="309" actId="1076"/>
          <ac:grpSpMkLst>
            <pc:docMk/>
            <pc:sldMk cId="1702631733" sldId="274"/>
            <ac:grpSpMk id="9" creationId="{9712ED37-9FC1-0F85-738F-FAD0E4CFD083}"/>
          </ac:grpSpMkLst>
        </pc:grpChg>
        <pc:grpChg chg="add mod">
          <ac:chgData name="Chris Hopkins" userId="Wm4+JxdYB1WSzeOzhimG4Hq2SQQE9wsBCDA7LNSTtog=" providerId="None" clId="Web-{081E53B2-DAD6-4BB3-BEA3-DC151FE17DCE}" dt="2026-07-14T15:56:12.561" v="306" actId="1076"/>
          <ac:grpSpMkLst>
            <pc:docMk/>
            <pc:sldMk cId="1702631733" sldId="274"/>
            <ac:grpSpMk id="11" creationId="{61B14B4C-0200-6847-87EF-417538EEA748}"/>
          </ac:grpSpMkLst>
        </pc:grpChg>
        <pc:grpChg chg="add mod">
          <ac:chgData name="Chris Hopkins" userId="Wm4+JxdYB1WSzeOzhimG4Hq2SQQE9wsBCDA7LNSTtog=" providerId="None" clId="Web-{081E53B2-DAD6-4BB3-BEA3-DC151FE17DCE}" dt="2026-07-14T15:56:12.686" v="307" actId="1076"/>
          <ac:grpSpMkLst>
            <pc:docMk/>
            <pc:sldMk cId="1702631733" sldId="274"/>
            <ac:grpSpMk id="12" creationId="{5B841F88-4679-FEF5-BD61-97B3F8D681D3}"/>
          </ac:grpSpMkLst>
        </pc:grpChg>
        <pc:grpChg chg="add mod">
          <ac:chgData name="Chris Hopkins" userId="Wm4+JxdYB1WSzeOzhimG4Hq2SQQE9wsBCDA7LNSTtog=" providerId="None" clId="Web-{081E53B2-DAD6-4BB3-BEA3-DC151FE17DCE}" dt="2026-07-14T15:56:15.952" v="310" actId="1076"/>
          <ac:grpSpMkLst>
            <pc:docMk/>
            <pc:sldMk cId="1702631733" sldId="274"/>
            <ac:grpSpMk id="13" creationId="{FB89724E-99FD-2B7C-F9F1-7BD523D3E3D1}"/>
          </ac:grpSpMkLst>
        </pc:grpChg>
        <pc:grpChg chg="add mod">
          <ac:chgData name="Chris Hopkins" userId="Wm4+JxdYB1WSzeOzhimG4Hq2SQQE9wsBCDA7LNSTtog=" providerId="None" clId="Web-{081E53B2-DAD6-4BB3-BEA3-DC151FE17DCE}" dt="2026-07-14T15:55:29.248" v="300" actId="14100"/>
          <ac:grpSpMkLst>
            <pc:docMk/>
            <pc:sldMk cId="1702631733" sldId="274"/>
            <ac:grpSpMk id="14" creationId="{7D61A0F0-8125-0F74-5006-3F2F64280232}"/>
          </ac:grpSpMkLst>
        </pc:grpChg>
        <pc:grpChg chg="add mod">
          <ac:chgData name="Chris Hopkins" userId="Wm4+JxdYB1WSzeOzhimG4Hq2SQQE9wsBCDA7LNSTtog=" providerId="None" clId="Web-{081E53B2-DAD6-4BB3-BEA3-DC151FE17DCE}" dt="2026-07-14T15:56:12.811" v="308" actId="1076"/>
          <ac:grpSpMkLst>
            <pc:docMk/>
            <pc:sldMk cId="1702631733" sldId="274"/>
            <ac:grpSpMk id="15" creationId="{11C8A011-DF07-643A-953D-08D74533011C}"/>
          </ac:grpSpMkLst>
        </pc:grpChg>
        <pc:grpChg chg="add mod">
          <ac:chgData name="Chris Hopkins" userId="Wm4+JxdYB1WSzeOzhimG4Hq2SQQE9wsBCDA7LNSTtog=" providerId="None" clId="Web-{081E53B2-DAD6-4BB3-BEA3-DC151FE17DCE}" dt="2026-07-14T15:54:46.513" v="292" actId="1076"/>
          <ac:grpSpMkLst>
            <pc:docMk/>
            <pc:sldMk cId="1702631733" sldId="274"/>
            <ac:grpSpMk id="16" creationId="{E55CEE17-3125-E7F8-909D-103F1F050BDF}"/>
          </ac:grpSpMkLst>
        </pc:grpChg>
      </pc:sldChg>
      <pc:sldChg chg="addSp delSp modSp">
        <pc:chgData name="Chris Hopkins" userId="Wm4+JxdYB1WSzeOzhimG4Hq2SQQE9wsBCDA7LNSTtog=" providerId="None" clId="Web-{081E53B2-DAD6-4BB3-BEA3-DC151FE17DCE}" dt="2026-07-14T16:12:45.164" v="862" actId="1076"/>
        <pc:sldMkLst>
          <pc:docMk/>
          <pc:sldMk cId="3649030213" sldId="276"/>
        </pc:sldMkLst>
        <pc:spChg chg="mod">
          <ac:chgData name="Chris Hopkins" userId="Wm4+JxdYB1WSzeOzhimG4Hq2SQQE9wsBCDA7LNSTtog=" providerId="None" clId="Web-{081E53B2-DAD6-4BB3-BEA3-DC151FE17DCE}" dt="2026-07-14T16:07:57.720" v="797" actId="20577"/>
          <ac:spMkLst>
            <pc:docMk/>
            <pc:sldMk cId="3649030213" sldId="276"/>
            <ac:spMk id="2" creationId="{D13571C9-436B-DC72-88D2-8A4F570800FE}"/>
          </ac:spMkLst>
        </pc:spChg>
        <pc:spChg chg="mod">
          <ac:chgData name="Chris Hopkins" userId="Wm4+JxdYB1WSzeOzhimG4Hq2SQQE9wsBCDA7LNSTtog=" providerId="None" clId="Web-{081E53B2-DAD6-4BB3-BEA3-DC151FE17DCE}" dt="2026-07-14T16:02:05.743" v="394" actId="1076"/>
          <ac:spMkLst>
            <pc:docMk/>
            <pc:sldMk cId="3649030213" sldId="276"/>
            <ac:spMk id="7" creationId="{27415697-093E-B526-6ECA-97C215E9D5C7}"/>
          </ac:spMkLst>
        </pc:spChg>
        <pc:spChg chg="mod">
          <ac:chgData name="Chris Hopkins" userId="Wm4+JxdYB1WSzeOzhimG4Hq2SQQE9wsBCDA7LNSTtog=" providerId="None" clId="Web-{081E53B2-DAD6-4BB3-BEA3-DC151FE17DCE}" dt="2026-07-14T16:02:00.946" v="390" actId="1076"/>
          <ac:spMkLst>
            <pc:docMk/>
            <pc:sldMk cId="3649030213" sldId="276"/>
            <ac:spMk id="9" creationId="{C0B56BBD-97C0-6386-1081-6AEA9A0C5C93}"/>
          </ac:spMkLst>
        </pc:spChg>
        <pc:spChg chg="mod">
          <ac:chgData name="Chris Hopkins" userId="Wm4+JxdYB1WSzeOzhimG4Hq2SQQE9wsBCDA7LNSTtog=" providerId="None" clId="Web-{081E53B2-DAD6-4BB3-BEA3-DC151FE17DCE}" dt="2026-07-14T16:07:29.438" v="775" actId="1076"/>
          <ac:spMkLst>
            <pc:docMk/>
            <pc:sldMk cId="3649030213" sldId="276"/>
            <ac:spMk id="12" creationId="{782AAEDC-3BE1-DFF9-F64A-DA6353719379}"/>
          </ac:spMkLst>
        </pc:spChg>
        <pc:spChg chg="add mod">
          <ac:chgData name="Chris Hopkins" userId="Wm4+JxdYB1WSzeOzhimG4Hq2SQQE9wsBCDA7LNSTtog=" providerId="None" clId="Web-{081E53B2-DAD6-4BB3-BEA3-DC151FE17DCE}" dt="2026-07-14T16:02:01.274" v="392" actId="1076"/>
          <ac:spMkLst>
            <pc:docMk/>
            <pc:sldMk cId="3649030213" sldId="276"/>
            <ac:spMk id="13" creationId="{01790AAE-E146-3F7E-C892-8E9739642B0B}"/>
          </ac:spMkLst>
        </pc:spChg>
        <pc:spChg chg="mod">
          <ac:chgData name="Chris Hopkins" userId="Wm4+JxdYB1WSzeOzhimG4Hq2SQQE9wsBCDA7LNSTtog=" providerId="None" clId="Web-{081E53B2-DAD6-4BB3-BEA3-DC151FE17DCE}" dt="2026-07-14T16:10:56.911" v="837" actId="14100"/>
          <ac:spMkLst>
            <pc:docMk/>
            <pc:sldMk cId="3649030213" sldId="276"/>
            <ac:spMk id="14" creationId="{1AC4B560-DE4D-705F-B972-687C7643B44B}"/>
          </ac:spMkLst>
        </pc:spChg>
        <pc:spChg chg="add mod">
          <ac:chgData name="Chris Hopkins" userId="Wm4+JxdYB1WSzeOzhimG4Hq2SQQE9wsBCDA7LNSTtog=" providerId="None" clId="Web-{081E53B2-DAD6-4BB3-BEA3-DC151FE17DCE}" dt="2026-07-14T16:12:14.210" v="853" actId="1076"/>
          <ac:spMkLst>
            <pc:docMk/>
            <pc:sldMk cId="3649030213" sldId="276"/>
            <ac:spMk id="15" creationId="{B4FBBEFA-1430-1870-43EF-F9E235AF91A2}"/>
          </ac:spMkLst>
        </pc:spChg>
        <pc:spChg chg="add mod">
          <ac:chgData name="Chris Hopkins" userId="Wm4+JxdYB1WSzeOzhimG4Hq2SQQE9wsBCDA7LNSTtog=" providerId="None" clId="Web-{081E53B2-DAD6-4BB3-BEA3-DC151FE17DCE}" dt="2026-07-14T16:09:09.784" v="807" actId="14100"/>
          <ac:spMkLst>
            <pc:docMk/>
            <pc:sldMk cId="3649030213" sldId="276"/>
            <ac:spMk id="17" creationId="{270471EA-8DA3-332F-A13B-6DF0C28CD6E1}"/>
          </ac:spMkLst>
        </pc:spChg>
        <pc:spChg chg="add mod">
          <ac:chgData name="Chris Hopkins" userId="Wm4+JxdYB1WSzeOzhimG4Hq2SQQE9wsBCDA7LNSTtog=" providerId="None" clId="Web-{081E53B2-DAD6-4BB3-BEA3-DC151FE17DCE}" dt="2026-07-14T16:09:51.441" v="831" actId="14100"/>
          <ac:spMkLst>
            <pc:docMk/>
            <pc:sldMk cId="3649030213" sldId="276"/>
            <ac:spMk id="18" creationId="{BB4B86C9-6C51-3B21-09E9-CBF2E01B737F}"/>
          </ac:spMkLst>
        </pc:spChg>
        <pc:spChg chg="mod">
          <ac:chgData name="Chris Hopkins" userId="Wm4+JxdYB1WSzeOzhimG4Hq2SQQE9wsBCDA7LNSTtog=" providerId="None" clId="Web-{081E53B2-DAD6-4BB3-BEA3-DC151FE17DCE}" dt="2026-07-14T15:39:42.460" v="31" actId="20577"/>
          <ac:spMkLst>
            <pc:docMk/>
            <pc:sldMk cId="3649030213" sldId="276"/>
            <ac:spMk id="22" creationId="{F90E00B3-595E-28A2-827C-24AB139EBC1C}"/>
          </ac:spMkLst>
        </pc:spChg>
        <pc:spChg chg="mod">
          <ac:chgData name="Chris Hopkins" userId="Wm4+JxdYB1WSzeOzhimG4Hq2SQQE9wsBCDA7LNSTtog=" providerId="None" clId="Web-{081E53B2-DAD6-4BB3-BEA3-DC151FE17DCE}" dt="2026-07-14T16:02:01.149" v="391" actId="1076"/>
          <ac:spMkLst>
            <pc:docMk/>
            <pc:sldMk cId="3649030213" sldId="276"/>
            <ac:spMk id="23" creationId="{1C6D087F-E354-DAC8-68C7-5187FE205BBB}"/>
          </ac:spMkLst>
        </pc:spChg>
        <pc:spChg chg="mod">
          <ac:chgData name="Chris Hopkins" userId="Wm4+JxdYB1WSzeOzhimG4Hq2SQQE9wsBCDA7LNSTtog=" providerId="None" clId="Web-{081E53B2-DAD6-4BB3-BEA3-DC151FE17DCE}" dt="2026-07-14T16:02:05.977" v="395" actId="1076"/>
          <ac:spMkLst>
            <pc:docMk/>
            <pc:sldMk cId="3649030213" sldId="276"/>
            <ac:spMk id="24" creationId="{B32CBDA3-2B18-AE3B-6C4E-07F9C3EB0D99}"/>
          </ac:spMkLst>
        </pc:spChg>
        <pc:spChg chg="mod">
          <ac:chgData name="Chris Hopkins" userId="Wm4+JxdYB1WSzeOzhimG4Hq2SQQE9wsBCDA7LNSTtog=" providerId="None" clId="Web-{081E53B2-DAD6-4BB3-BEA3-DC151FE17DCE}" dt="2026-07-14T15:59:37.692" v="355" actId="14100"/>
          <ac:spMkLst>
            <pc:docMk/>
            <pc:sldMk cId="3649030213" sldId="276"/>
            <ac:spMk id="26" creationId="{E86EA63B-4E18-6D86-F56C-217E685562FA}"/>
          </ac:spMkLst>
        </pc:spChg>
        <pc:grpChg chg="add mod">
          <ac:chgData name="Chris Hopkins" userId="Wm4+JxdYB1WSzeOzhimG4Hq2SQQE9wsBCDA7LNSTtog=" providerId="None" clId="Web-{081E53B2-DAD6-4BB3-BEA3-DC151FE17DCE}" dt="2026-07-14T16:07:30.610" v="781" actId="1076"/>
          <ac:grpSpMkLst>
            <pc:docMk/>
            <pc:sldMk cId="3649030213" sldId="276"/>
            <ac:grpSpMk id="5" creationId="{9E63F9B5-EF95-9441-3815-4ABC9825EB96}"/>
          </ac:grpSpMkLst>
        </pc:grpChg>
        <pc:grpChg chg="add mod">
          <ac:chgData name="Chris Hopkins" userId="Wm4+JxdYB1WSzeOzhimG4Hq2SQQE9wsBCDA7LNSTtog=" providerId="None" clId="Web-{081E53B2-DAD6-4BB3-BEA3-DC151FE17DCE}" dt="2026-07-14T16:07:30.375" v="780" actId="1076"/>
          <ac:grpSpMkLst>
            <pc:docMk/>
            <pc:sldMk cId="3649030213" sldId="276"/>
            <ac:grpSpMk id="8" creationId="{E12A905A-7785-7373-345F-7C622B110FF7}"/>
          </ac:grpSpMkLst>
        </pc:grpChg>
        <pc:grpChg chg="add mod">
          <ac:chgData name="Chris Hopkins" userId="Wm4+JxdYB1WSzeOzhimG4Hq2SQQE9wsBCDA7LNSTtog=" providerId="None" clId="Web-{081E53B2-DAD6-4BB3-BEA3-DC151FE17DCE}" dt="2026-07-14T16:07:29.610" v="777" actId="1076"/>
          <ac:grpSpMkLst>
            <pc:docMk/>
            <pc:sldMk cId="3649030213" sldId="276"/>
            <ac:grpSpMk id="11" creationId="{F0004321-0BA4-C023-E339-222622151C3F}"/>
          </ac:grpSpMkLst>
        </pc:grpChg>
        <pc:grpChg chg="add mod">
          <ac:chgData name="Chris Hopkins" userId="Wm4+JxdYB1WSzeOzhimG4Hq2SQQE9wsBCDA7LNSTtog=" providerId="None" clId="Web-{081E53B2-DAD6-4BB3-BEA3-DC151FE17DCE}" dt="2026-07-14T16:12:31.492" v="859" actId="1076"/>
          <ac:grpSpMkLst>
            <pc:docMk/>
            <pc:sldMk cId="3649030213" sldId="276"/>
            <ac:grpSpMk id="19" creationId="{E3A9E174-D105-C209-3234-C51A4652FCA7}"/>
          </ac:grpSpMkLst>
        </pc:grpChg>
        <pc:grpChg chg="add mod">
          <ac:chgData name="Chris Hopkins" userId="Wm4+JxdYB1WSzeOzhimG4Hq2SQQE9wsBCDA7LNSTtog=" providerId="None" clId="Web-{081E53B2-DAD6-4BB3-BEA3-DC151FE17DCE}" dt="2026-07-14T16:12:31.398" v="858" actId="1076"/>
          <ac:grpSpMkLst>
            <pc:docMk/>
            <pc:sldMk cId="3649030213" sldId="276"/>
            <ac:grpSpMk id="20" creationId="{3C93A128-C3D6-ACA9-0AA7-C4A0519A0BF1}"/>
          </ac:grpSpMkLst>
        </pc:grpChg>
        <pc:grpChg chg="add mod">
          <ac:chgData name="Chris Hopkins" userId="Wm4+JxdYB1WSzeOzhimG4Hq2SQQE9wsBCDA7LNSTtog=" providerId="None" clId="Web-{081E53B2-DAD6-4BB3-BEA3-DC151FE17DCE}" dt="2026-07-14T16:12:45.070" v="861" actId="1076"/>
          <ac:grpSpMkLst>
            <pc:docMk/>
            <pc:sldMk cId="3649030213" sldId="276"/>
            <ac:grpSpMk id="21" creationId="{03712CDE-5BD8-A0BD-4EF5-BAB0BAC18A07}"/>
          </ac:grpSpMkLst>
        </pc:grpChg>
        <pc:grpChg chg="add mod">
          <ac:chgData name="Chris Hopkins" userId="Wm4+JxdYB1WSzeOzhimG4Hq2SQQE9wsBCDA7LNSTtog=" providerId="None" clId="Web-{081E53B2-DAD6-4BB3-BEA3-DC151FE17DCE}" dt="2026-07-14T16:12:45.164" v="862" actId="1076"/>
          <ac:grpSpMkLst>
            <pc:docMk/>
            <pc:sldMk cId="3649030213" sldId="276"/>
            <ac:grpSpMk id="25" creationId="{503A9EF0-0D16-C889-9D27-7F4277EE949F}"/>
          </ac:grpSpMkLst>
        </pc:grpChg>
      </pc:sldChg>
    </pc:docChg>
  </pc:docChgLst>
  <pc:docChgLst>
    <pc:chgData name="Chris Hopkins" userId="Wm4+JxdYB1WSzeOzhimG4Hq2SQQE9wsBCDA7LNSTtog=" providerId="None" clId="Web-{49F48252-BAF0-4522-9E94-273AE868980A}"/>
    <pc:docChg chg="modSld">
      <pc:chgData name="Chris Hopkins" userId="Wm4+JxdYB1WSzeOzhimG4Hq2SQQE9wsBCDA7LNSTtog=" providerId="None" clId="Web-{49F48252-BAF0-4522-9E94-273AE868980A}" dt="2026-07-16T18:56:06.234" v="15" actId="20577"/>
      <pc:docMkLst>
        <pc:docMk/>
      </pc:docMkLst>
      <pc:sldChg chg="modSp">
        <pc:chgData name="Chris Hopkins" userId="Wm4+JxdYB1WSzeOzhimG4Hq2SQQE9wsBCDA7LNSTtog=" providerId="None" clId="Web-{49F48252-BAF0-4522-9E94-273AE868980A}" dt="2026-07-16T18:56:06.234" v="15" actId="20577"/>
        <pc:sldMkLst>
          <pc:docMk/>
          <pc:sldMk cId="3512699414" sldId="273"/>
        </pc:sldMkLst>
        <pc:spChg chg="mod">
          <ac:chgData name="Chris Hopkins" userId="Wm4+JxdYB1WSzeOzhimG4Hq2SQQE9wsBCDA7LNSTtog=" providerId="None" clId="Web-{49F48252-BAF0-4522-9E94-273AE868980A}" dt="2026-07-16T18:56:06.234" v="15" actId="20577"/>
          <ac:spMkLst>
            <pc:docMk/>
            <pc:sldMk cId="3512699414" sldId="273"/>
            <ac:spMk id="2" creationId="{135A77AE-9E85-B2B8-E454-656C6DEB155D}"/>
          </ac:spMkLst>
        </pc:spChg>
      </pc:sldChg>
    </pc:docChg>
  </pc:docChgLst>
  <pc:docChgLst>
    <pc:chgData name="Chris Hopkins" userId="Wm4+JxdYB1WSzeOzhimG4Hq2SQQE9wsBCDA7LNSTtog=" providerId="None" clId="Web-{8E51B247-D984-499A-B9C7-7044AC692C89}"/>
    <pc:docChg chg="modSld">
      <pc:chgData name="Chris Hopkins" userId="Wm4+JxdYB1WSzeOzhimG4Hq2SQQE9wsBCDA7LNSTtog=" providerId="None" clId="Web-{8E51B247-D984-499A-B9C7-7044AC692C89}" dt="2026-07-13T20:12:58.748" v="38" actId="1076"/>
      <pc:docMkLst>
        <pc:docMk/>
      </pc:docMkLst>
      <pc:sldChg chg="addSp delSp modSp">
        <pc:chgData name="Chris Hopkins" userId="Wm4+JxdYB1WSzeOzhimG4Hq2SQQE9wsBCDA7LNSTtog=" providerId="None" clId="Web-{8E51B247-D984-499A-B9C7-7044AC692C89}" dt="2026-07-13T20:02:27.917" v="32"/>
        <pc:sldMkLst>
          <pc:docMk/>
          <pc:sldMk cId="3512699414" sldId="273"/>
        </pc:sldMkLst>
        <pc:spChg chg="mod">
          <ac:chgData name="Chris Hopkins" userId="Wm4+JxdYB1WSzeOzhimG4Hq2SQQE9wsBCDA7LNSTtog=" providerId="None" clId="Web-{8E51B247-D984-499A-B9C7-7044AC692C89}" dt="2026-07-13T20:00:01.963" v="0" actId="20577"/>
          <ac:spMkLst>
            <pc:docMk/>
            <pc:sldMk cId="3512699414" sldId="273"/>
            <ac:spMk id="2" creationId="{135A77AE-9E85-B2B8-E454-656C6DEB155D}"/>
          </ac:spMkLst>
        </pc:spChg>
        <pc:spChg chg="mod">
          <ac:chgData name="Chris Hopkins" userId="Wm4+JxdYB1WSzeOzhimG4Hq2SQQE9wsBCDA7LNSTtog=" providerId="None" clId="Web-{8E51B247-D984-499A-B9C7-7044AC692C89}" dt="2026-07-13T20:00:21.885" v="14" actId="1076"/>
          <ac:spMkLst>
            <pc:docMk/>
            <pc:sldMk cId="3512699414" sldId="273"/>
            <ac:spMk id="9" creationId="{13F50E2F-68CE-B21B-08E0-DB1A7F38F90D}"/>
          </ac:spMkLst>
        </pc:spChg>
        <pc:spChg chg="mod">
          <ac:chgData name="Chris Hopkins" userId="Wm4+JxdYB1WSzeOzhimG4Hq2SQQE9wsBCDA7LNSTtog=" providerId="None" clId="Web-{8E51B247-D984-499A-B9C7-7044AC692C89}" dt="2026-07-13T20:00:23.495" v="15" actId="1076"/>
          <ac:spMkLst>
            <pc:docMk/>
            <pc:sldMk cId="3512699414" sldId="273"/>
            <ac:spMk id="14" creationId="{03FA1E32-B6DA-04CA-6947-E5D3355CC397}"/>
          </ac:spMkLst>
        </pc:spChg>
        <pc:spChg chg="add mod">
          <ac:chgData name="Chris Hopkins" userId="Wm4+JxdYB1WSzeOzhimG4Hq2SQQE9wsBCDA7LNSTtog=" providerId="None" clId="Web-{8E51B247-D984-499A-B9C7-7044AC692C89}" dt="2026-07-13T20:00:25.495" v="16" actId="1076"/>
          <ac:spMkLst>
            <pc:docMk/>
            <pc:sldMk cId="3512699414" sldId="273"/>
            <ac:spMk id="19" creationId="{1041C00D-C070-0EBB-5AB3-BF87E59339FC}"/>
          </ac:spMkLst>
        </pc:spChg>
      </pc:sldChg>
      <pc:sldChg chg="modSp">
        <pc:chgData name="Chris Hopkins" userId="Wm4+JxdYB1WSzeOzhimG4Hq2SQQE9wsBCDA7LNSTtog=" providerId="None" clId="Web-{8E51B247-D984-499A-B9C7-7044AC692C89}" dt="2026-07-13T20:12:58.748" v="38" actId="1076"/>
        <pc:sldMkLst>
          <pc:docMk/>
          <pc:sldMk cId="3649030213" sldId="276"/>
        </pc:sldMkLst>
        <pc:spChg chg="mod">
          <ac:chgData name="Chris Hopkins" userId="Wm4+JxdYB1WSzeOzhimG4Hq2SQQE9wsBCDA7LNSTtog=" providerId="None" clId="Web-{8E51B247-D984-499A-B9C7-7044AC692C89}" dt="2026-07-13T20:02:00.651" v="31" actId="20577"/>
          <ac:spMkLst>
            <pc:docMk/>
            <pc:sldMk cId="3649030213" sldId="276"/>
            <ac:spMk id="4" creationId="{124C3196-00E0-07E9-7F10-59755E2D10AC}"/>
          </ac:spMkLst>
        </pc:spChg>
        <pc:spChg chg="mod">
          <ac:chgData name="Chris Hopkins" userId="Wm4+JxdYB1WSzeOzhimG4Hq2SQQE9wsBCDA7LNSTtog=" providerId="None" clId="Web-{8E51B247-D984-499A-B9C7-7044AC692C89}" dt="2026-07-13T20:12:58.639" v="34" actId="1076"/>
          <ac:spMkLst>
            <pc:docMk/>
            <pc:sldMk cId="3649030213" sldId="276"/>
            <ac:spMk id="7" creationId="{27415697-093E-B526-6ECA-97C215E9D5C7}"/>
          </ac:spMkLst>
        </pc:spChg>
        <pc:spChg chg="mod">
          <ac:chgData name="Chris Hopkins" userId="Wm4+JxdYB1WSzeOzhimG4Hq2SQQE9wsBCDA7LNSTtog=" providerId="None" clId="Web-{8E51B247-D984-499A-B9C7-7044AC692C89}" dt="2026-07-13T20:12:58.654" v="35" actId="1076"/>
          <ac:spMkLst>
            <pc:docMk/>
            <pc:sldMk cId="3649030213" sldId="276"/>
            <ac:spMk id="9" creationId="{C0B56BBD-97C0-6386-1081-6AEA9A0C5C93}"/>
          </ac:spMkLst>
        </pc:spChg>
        <pc:spChg chg="mod">
          <ac:chgData name="Chris Hopkins" userId="Wm4+JxdYB1WSzeOzhimG4Hq2SQQE9wsBCDA7LNSTtog=" providerId="None" clId="Web-{8E51B247-D984-499A-B9C7-7044AC692C89}" dt="2026-07-13T20:12:58.607" v="33" actId="1076"/>
          <ac:spMkLst>
            <pc:docMk/>
            <pc:sldMk cId="3649030213" sldId="276"/>
            <ac:spMk id="14" creationId="{1AC4B560-DE4D-705F-B972-687C7643B44B}"/>
          </ac:spMkLst>
        </pc:spChg>
        <pc:spChg chg="mod">
          <ac:chgData name="Chris Hopkins" userId="Wm4+JxdYB1WSzeOzhimG4Hq2SQQE9wsBCDA7LNSTtog=" providerId="None" clId="Web-{8E51B247-D984-499A-B9C7-7044AC692C89}" dt="2026-07-13T20:12:58.670" v="36" actId="1076"/>
          <ac:spMkLst>
            <pc:docMk/>
            <pc:sldMk cId="3649030213" sldId="276"/>
            <ac:spMk id="23" creationId="{1C6D087F-E354-DAC8-68C7-5187FE205BBB}"/>
          </ac:spMkLst>
        </pc:spChg>
        <pc:spChg chg="mod">
          <ac:chgData name="Chris Hopkins" userId="Wm4+JxdYB1WSzeOzhimG4Hq2SQQE9wsBCDA7LNSTtog=" providerId="None" clId="Web-{8E51B247-D984-499A-B9C7-7044AC692C89}" dt="2026-07-13T20:12:58.686" v="37" actId="1076"/>
          <ac:spMkLst>
            <pc:docMk/>
            <pc:sldMk cId="3649030213" sldId="276"/>
            <ac:spMk id="24" creationId="{B32CBDA3-2B18-AE3B-6C4E-07F9C3EB0D99}"/>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39B44-94E5-B2CC-A6A7-4C27ED4ECAD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58C831C-8C33-C562-1E3E-0E07BE2C3D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6706EB0-7791-A89D-0063-44FEAAFE9A4C}"/>
              </a:ext>
            </a:extLst>
          </p:cNvPr>
          <p:cNvSpPr>
            <a:spLocks noGrp="1"/>
          </p:cNvSpPr>
          <p:nvPr>
            <p:ph type="dt" sz="half" idx="10"/>
          </p:nvPr>
        </p:nvSpPr>
        <p:spPr/>
        <p:txBody>
          <a:bodyPr/>
          <a:lstStyle/>
          <a:p>
            <a:fld id="{5C3C3406-C29E-704D-9432-9CDC8E8ADEB6}" type="datetimeFigureOut">
              <a:rPr lang="en-US" smtClean="0"/>
              <a:t>7/17/2026</a:t>
            </a:fld>
            <a:endParaRPr lang="en-US"/>
          </a:p>
        </p:txBody>
      </p:sp>
      <p:sp>
        <p:nvSpPr>
          <p:cNvPr id="5" name="Footer Placeholder 4">
            <a:extLst>
              <a:ext uri="{FF2B5EF4-FFF2-40B4-BE49-F238E27FC236}">
                <a16:creationId xmlns:a16="http://schemas.microsoft.com/office/drawing/2014/main" id="{93418CC5-66F9-AD82-67C7-6133D5A654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59D6D7-FA72-A01C-C26A-9DDE1B9614DC}"/>
              </a:ext>
            </a:extLst>
          </p:cNvPr>
          <p:cNvSpPr>
            <a:spLocks noGrp="1"/>
          </p:cNvSpPr>
          <p:nvPr>
            <p:ph type="sldNum" sz="quarter" idx="12"/>
          </p:nvPr>
        </p:nvSpPr>
        <p:spPr/>
        <p:txBody>
          <a:bodyPr/>
          <a:lstStyle/>
          <a:p>
            <a:fld id="{953D37A9-4EDF-CE41-9791-47767476A5EC}" type="slidenum">
              <a:rPr lang="en-US" smtClean="0"/>
              <a:t>‹#›</a:t>
            </a:fld>
            <a:endParaRPr lang="en-US"/>
          </a:p>
        </p:txBody>
      </p:sp>
    </p:spTree>
    <p:extLst>
      <p:ext uri="{BB962C8B-B14F-4D97-AF65-F5344CB8AC3E}">
        <p14:creationId xmlns:p14="http://schemas.microsoft.com/office/powerpoint/2010/main" val="15310528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DDD55-1FDD-058A-C1FB-2DB9CDDA301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C2BD2A-9CC4-1359-C3FB-5FCF267EFC3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FF237C-8BB2-A20D-F2AE-10C3C86C1903}"/>
              </a:ext>
            </a:extLst>
          </p:cNvPr>
          <p:cNvSpPr>
            <a:spLocks noGrp="1"/>
          </p:cNvSpPr>
          <p:nvPr>
            <p:ph type="dt" sz="half" idx="10"/>
          </p:nvPr>
        </p:nvSpPr>
        <p:spPr/>
        <p:txBody>
          <a:bodyPr/>
          <a:lstStyle/>
          <a:p>
            <a:fld id="{5C3C3406-C29E-704D-9432-9CDC8E8ADEB6}" type="datetimeFigureOut">
              <a:rPr lang="en-US" smtClean="0"/>
              <a:t>7/17/2026</a:t>
            </a:fld>
            <a:endParaRPr lang="en-US"/>
          </a:p>
        </p:txBody>
      </p:sp>
      <p:sp>
        <p:nvSpPr>
          <p:cNvPr id="5" name="Footer Placeholder 4">
            <a:extLst>
              <a:ext uri="{FF2B5EF4-FFF2-40B4-BE49-F238E27FC236}">
                <a16:creationId xmlns:a16="http://schemas.microsoft.com/office/drawing/2014/main" id="{ADFD676D-99DC-2631-D93D-396F3A0724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758093-B368-4FA6-0F85-B310C74DB597}"/>
              </a:ext>
            </a:extLst>
          </p:cNvPr>
          <p:cNvSpPr>
            <a:spLocks noGrp="1"/>
          </p:cNvSpPr>
          <p:nvPr>
            <p:ph type="sldNum" sz="quarter" idx="12"/>
          </p:nvPr>
        </p:nvSpPr>
        <p:spPr/>
        <p:txBody>
          <a:bodyPr/>
          <a:lstStyle/>
          <a:p>
            <a:fld id="{953D37A9-4EDF-CE41-9791-47767476A5EC}" type="slidenum">
              <a:rPr lang="en-US" smtClean="0"/>
              <a:t>‹#›</a:t>
            </a:fld>
            <a:endParaRPr lang="en-US"/>
          </a:p>
        </p:txBody>
      </p:sp>
    </p:spTree>
    <p:extLst>
      <p:ext uri="{BB962C8B-B14F-4D97-AF65-F5344CB8AC3E}">
        <p14:creationId xmlns:p14="http://schemas.microsoft.com/office/powerpoint/2010/main" val="1093823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B75BA-C180-3D68-C2D6-42CA2C59EDC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574A906-CD5A-3484-1F40-3728AC3F389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FB7D6EF-0781-1BCD-B0FC-D8431B6DA19D}"/>
              </a:ext>
            </a:extLst>
          </p:cNvPr>
          <p:cNvSpPr>
            <a:spLocks noGrp="1"/>
          </p:cNvSpPr>
          <p:nvPr>
            <p:ph type="dt" sz="half" idx="10"/>
          </p:nvPr>
        </p:nvSpPr>
        <p:spPr/>
        <p:txBody>
          <a:bodyPr/>
          <a:lstStyle/>
          <a:p>
            <a:fld id="{5C3C3406-C29E-704D-9432-9CDC8E8ADEB6}" type="datetimeFigureOut">
              <a:rPr lang="en-US" smtClean="0"/>
              <a:t>7/17/2026</a:t>
            </a:fld>
            <a:endParaRPr lang="en-US"/>
          </a:p>
        </p:txBody>
      </p:sp>
      <p:sp>
        <p:nvSpPr>
          <p:cNvPr id="5" name="Footer Placeholder 4">
            <a:extLst>
              <a:ext uri="{FF2B5EF4-FFF2-40B4-BE49-F238E27FC236}">
                <a16:creationId xmlns:a16="http://schemas.microsoft.com/office/drawing/2014/main" id="{A4E3D24E-9948-5636-E386-EF1B08A59A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0AFF3C-DFDF-AAC6-0FFA-DD7B15C10323}"/>
              </a:ext>
            </a:extLst>
          </p:cNvPr>
          <p:cNvSpPr>
            <a:spLocks noGrp="1"/>
          </p:cNvSpPr>
          <p:nvPr>
            <p:ph type="sldNum" sz="quarter" idx="12"/>
          </p:nvPr>
        </p:nvSpPr>
        <p:spPr/>
        <p:txBody>
          <a:bodyPr/>
          <a:lstStyle/>
          <a:p>
            <a:fld id="{953D37A9-4EDF-CE41-9791-47767476A5EC}" type="slidenum">
              <a:rPr lang="en-US" smtClean="0"/>
              <a:t>‹#›</a:t>
            </a:fld>
            <a:endParaRPr lang="en-US"/>
          </a:p>
        </p:txBody>
      </p:sp>
    </p:spTree>
    <p:extLst>
      <p:ext uri="{BB962C8B-B14F-4D97-AF65-F5344CB8AC3E}">
        <p14:creationId xmlns:p14="http://schemas.microsoft.com/office/powerpoint/2010/main" val="5286688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F5261-0BFE-3821-CC6A-ED62A85ED93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AB31369-D111-E039-D622-CDD232129CC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0A79C49-0A7A-B0AA-E761-3675804ED2F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415256D-111A-F37E-44C8-3A11EC621BB9}"/>
              </a:ext>
            </a:extLst>
          </p:cNvPr>
          <p:cNvSpPr>
            <a:spLocks noGrp="1"/>
          </p:cNvSpPr>
          <p:nvPr>
            <p:ph type="dt" sz="half" idx="10"/>
          </p:nvPr>
        </p:nvSpPr>
        <p:spPr/>
        <p:txBody>
          <a:bodyPr/>
          <a:lstStyle/>
          <a:p>
            <a:fld id="{5C3C3406-C29E-704D-9432-9CDC8E8ADEB6}" type="datetimeFigureOut">
              <a:rPr lang="en-US" smtClean="0"/>
              <a:t>7/17/2026</a:t>
            </a:fld>
            <a:endParaRPr lang="en-US"/>
          </a:p>
        </p:txBody>
      </p:sp>
      <p:sp>
        <p:nvSpPr>
          <p:cNvPr id="6" name="Footer Placeholder 5">
            <a:extLst>
              <a:ext uri="{FF2B5EF4-FFF2-40B4-BE49-F238E27FC236}">
                <a16:creationId xmlns:a16="http://schemas.microsoft.com/office/drawing/2014/main" id="{0092CF84-6698-91B5-115D-9846575D58B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8BA403E-B2B3-5024-856E-1D7418B2C108}"/>
              </a:ext>
            </a:extLst>
          </p:cNvPr>
          <p:cNvSpPr>
            <a:spLocks noGrp="1"/>
          </p:cNvSpPr>
          <p:nvPr>
            <p:ph type="sldNum" sz="quarter" idx="12"/>
          </p:nvPr>
        </p:nvSpPr>
        <p:spPr/>
        <p:txBody>
          <a:bodyPr/>
          <a:lstStyle/>
          <a:p>
            <a:fld id="{953D37A9-4EDF-CE41-9791-47767476A5EC}" type="slidenum">
              <a:rPr lang="en-US" smtClean="0"/>
              <a:t>‹#›</a:t>
            </a:fld>
            <a:endParaRPr lang="en-US"/>
          </a:p>
        </p:txBody>
      </p:sp>
    </p:spTree>
    <p:extLst>
      <p:ext uri="{BB962C8B-B14F-4D97-AF65-F5344CB8AC3E}">
        <p14:creationId xmlns:p14="http://schemas.microsoft.com/office/powerpoint/2010/main" val="996726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FDE87-95DF-57A3-6236-3082014836E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88C0D12-0B58-5D35-4852-D25D6BAB69A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ECB5400-E757-9A7D-5C05-034CD108F91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656DDBB-9551-7FF4-9792-D2EA7030085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76D9ED8-4A0C-988C-93AF-D5963331DAE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908EA9A-DA0B-F2DA-055D-B51B3EAFC4AA}"/>
              </a:ext>
            </a:extLst>
          </p:cNvPr>
          <p:cNvSpPr>
            <a:spLocks noGrp="1"/>
          </p:cNvSpPr>
          <p:nvPr>
            <p:ph type="dt" sz="half" idx="10"/>
          </p:nvPr>
        </p:nvSpPr>
        <p:spPr/>
        <p:txBody>
          <a:bodyPr/>
          <a:lstStyle/>
          <a:p>
            <a:fld id="{5C3C3406-C29E-704D-9432-9CDC8E8ADEB6}" type="datetimeFigureOut">
              <a:rPr lang="en-US" smtClean="0"/>
              <a:t>7/17/2026</a:t>
            </a:fld>
            <a:endParaRPr lang="en-US"/>
          </a:p>
        </p:txBody>
      </p:sp>
      <p:sp>
        <p:nvSpPr>
          <p:cNvPr id="8" name="Footer Placeholder 7">
            <a:extLst>
              <a:ext uri="{FF2B5EF4-FFF2-40B4-BE49-F238E27FC236}">
                <a16:creationId xmlns:a16="http://schemas.microsoft.com/office/drawing/2014/main" id="{06B2AD7D-D80A-953C-B39A-392462D3424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8356747-0F42-C404-71D9-0BF81B0FCFE6}"/>
              </a:ext>
            </a:extLst>
          </p:cNvPr>
          <p:cNvSpPr>
            <a:spLocks noGrp="1"/>
          </p:cNvSpPr>
          <p:nvPr>
            <p:ph type="sldNum" sz="quarter" idx="12"/>
          </p:nvPr>
        </p:nvSpPr>
        <p:spPr/>
        <p:txBody>
          <a:bodyPr/>
          <a:lstStyle/>
          <a:p>
            <a:fld id="{953D37A9-4EDF-CE41-9791-47767476A5EC}" type="slidenum">
              <a:rPr lang="en-US" smtClean="0"/>
              <a:t>‹#›</a:t>
            </a:fld>
            <a:endParaRPr lang="en-US"/>
          </a:p>
        </p:txBody>
      </p:sp>
    </p:spTree>
    <p:extLst>
      <p:ext uri="{BB962C8B-B14F-4D97-AF65-F5344CB8AC3E}">
        <p14:creationId xmlns:p14="http://schemas.microsoft.com/office/powerpoint/2010/main" val="8693533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B4299-7AEA-46D6-B0F5-0E0BC2A7BFB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1842F10-1BA8-F2E3-E7C6-CC9A93A4F733}"/>
              </a:ext>
            </a:extLst>
          </p:cNvPr>
          <p:cNvSpPr>
            <a:spLocks noGrp="1"/>
          </p:cNvSpPr>
          <p:nvPr>
            <p:ph type="dt" sz="half" idx="10"/>
          </p:nvPr>
        </p:nvSpPr>
        <p:spPr/>
        <p:txBody>
          <a:bodyPr/>
          <a:lstStyle/>
          <a:p>
            <a:fld id="{5C3C3406-C29E-704D-9432-9CDC8E8ADEB6}" type="datetimeFigureOut">
              <a:rPr lang="en-US" smtClean="0"/>
              <a:t>7/17/2026</a:t>
            </a:fld>
            <a:endParaRPr lang="en-US"/>
          </a:p>
        </p:txBody>
      </p:sp>
      <p:sp>
        <p:nvSpPr>
          <p:cNvPr id="4" name="Footer Placeholder 3">
            <a:extLst>
              <a:ext uri="{FF2B5EF4-FFF2-40B4-BE49-F238E27FC236}">
                <a16:creationId xmlns:a16="http://schemas.microsoft.com/office/drawing/2014/main" id="{247155F9-B4C1-2C9D-B98C-70A5447189C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3F267F8-A1BA-D8FB-8F3E-A007475C89C7}"/>
              </a:ext>
            </a:extLst>
          </p:cNvPr>
          <p:cNvSpPr>
            <a:spLocks noGrp="1"/>
          </p:cNvSpPr>
          <p:nvPr>
            <p:ph type="sldNum" sz="quarter" idx="12"/>
          </p:nvPr>
        </p:nvSpPr>
        <p:spPr/>
        <p:txBody>
          <a:bodyPr/>
          <a:lstStyle/>
          <a:p>
            <a:fld id="{953D37A9-4EDF-CE41-9791-47767476A5EC}" type="slidenum">
              <a:rPr lang="en-US" smtClean="0"/>
              <a:t>‹#›</a:t>
            </a:fld>
            <a:endParaRPr lang="en-US"/>
          </a:p>
        </p:txBody>
      </p:sp>
    </p:spTree>
    <p:extLst>
      <p:ext uri="{BB962C8B-B14F-4D97-AF65-F5344CB8AC3E}">
        <p14:creationId xmlns:p14="http://schemas.microsoft.com/office/powerpoint/2010/main" val="41918552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1109ED1-E4AA-63D6-7426-E40AAA606BE6}"/>
              </a:ext>
            </a:extLst>
          </p:cNvPr>
          <p:cNvSpPr>
            <a:spLocks noGrp="1"/>
          </p:cNvSpPr>
          <p:nvPr>
            <p:ph type="dt" sz="half" idx="10"/>
          </p:nvPr>
        </p:nvSpPr>
        <p:spPr/>
        <p:txBody>
          <a:bodyPr/>
          <a:lstStyle/>
          <a:p>
            <a:fld id="{5C3C3406-C29E-704D-9432-9CDC8E8ADEB6}" type="datetimeFigureOut">
              <a:rPr lang="en-US" smtClean="0"/>
              <a:t>7/17/2026</a:t>
            </a:fld>
            <a:endParaRPr lang="en-US"/>
          </a:p>
        </p:txBody>
      </p:sp>
      <p:sp>
        <p:nvSpPr>
          <p:cNvPr id="3" name="Footer Placeholder 2">
            <a:extLst>
              <a:ext uri="{FF2B5EF4-FFF2-40B4-BE49-F238E27FC236}">
                <a16:creationId xmlns:a16="http://schemas.microsoft.com/office/drawing/2014/main" id="{80800A39-8C86-8DA8-35D2-E99DC3EDF26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D3B1D44-36CF-4AFB-E327-39DD79C2FB47}"/>
              </a:ext>
            </a:extLst>
          </p:cNvPr>
          <p:cNvSpPr>
            <a:spLocks noGrp="1"/>
          </p:cNvSpPr>
          <p:nvPr>
            <p:ph type="sldNum" sz="quarter" idx="12"/>
          </p:nvPr>
        </p:nvSpPr>
        <p:spPr/>
        <p:txBody>
          <a:bodyPr/>
          <a:lstStyle/>
          <a:p>
            <a:fld id="{953D37A9-4EDF-CE41-9791-47767476A5EC}" type="slidenum">
              <a:rPr lang="en-US" smtClean="0"/>
              <a:t>‹#›</a:t>
            </a:fld>
            <a:endParaRPr lang="en-US"/>
          </a:p>
        </p:txBody>
      </p:sp>
    </p:spTree>
    <p:extLst>
      <p:ext uri="{BB962C8B-B14F-4D97-AF65-F5344CB8AC3E}">
        <p14:creationId xmlns:p14="http://schemas.microsoft.com/office/powerpoint/2010/main" val="8317411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2F3D7-F8BE-371E-1940-5F80A6C16A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079C4BF-857F-21B4-4F99-54DB282F60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3FFB88A-ABF9-EABA-0E99-6BE96E58DD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AD028F-CD25-BEBD-91E3-1D3C86548CAD}"/>
              </a:ext>
            </a:extLst>
          </p:cNvPr>
          <p:cNvSpPr>
            <a:spLocks noGrp="1"/>
          </p:cNvSpPr>
          <p:nvPr>
            <p:ph type="dt" sz="half" idx="10"/>
          </p:nvPr>
        </p:nvSpPr>
        <p:spPr/>
        <p:txBody>
          <a:bodyPr/>
          <a:lstStyle/>
          <a:p>
            <a:fld id="{5C3C3406-C29E-704D-9432-9CDC8E8ADEB6}" type="datetimeFigureOut">
              <a:rPr lang="en-US" smtClean="0"/>
              <a:t>7/17/2026</a:t>
            </a:fld>
            <a:endParaRPr lang="en-US"/>
          </a:p>
        </p:txBody>
      </p:sp>
      <p:sp>
        <p:nvSpPr>
          <p:cNvPr id="6" name="Footer Placeholder 5">
            <a:extLst>
              <a:ext uri="{FF2B5EF4-FFF2-40B4-BE49-F238E27FC236}">
                <a16:creationId xmlns:a16="http://schemas.microsoft.com/office/drawing/2014/main" id="{7AB23A0B-D2BA-179B-F9CA-FD3DB2DF519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3DE46E-6C35-0674-77DA-FBF37C9E891A}"/>
              </a:ext>
            </a:extLst>
          </p:cNvPr>
          <p:cNvSpPr>
            <a:spLocks noGrp="1"/>
          </p:cNvSpPr>
          <p:nvPr>
            <p:ph type="sldNum" sz="quarter" idx="12"/>
          </p:nvPr>
        </p:nvSpPr>
        <p:spPr/>
        <p:txBody>
          <a:bodyPr/>
          <a:lstStyle/>
          <a:p>
            <a:fld id="{953D37A9-4EDF-CE41-9791-47767476A5EC}" type="slidenum">
              <a:rPr lang="en-US" smtClean="0"/>
              <a:t>‹#›</a:t>
            </a:fld>
            <a:endParaRPr lang="en-US"/>
          </a:p>
        </p:txBody>
      </p:sp>
    </p:spTree>
    <p:extLst>
      <p:ext uri="{BB962C8B-B14F-4D97-AF65-F5344CB8AC3E}">
        <p14:creationId xmlns:p14="http://schemas.microsoft.com/office/powerpoint/2010/main" val="10104065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F31FA-581A-7964-FDDE-597AA66647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4D8FB31-1E3D-E081-B6C4-E972EB3A72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3BA9704-1FFE-C7EC-9F3D-4DB7D277CE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875D9B-F649-958B-0E9E-EEE50311D7C4}"/>
              </a:ext>
            </a:extLst>
          </p:cNvPr>
          <p:cNvSpPr>
            <a:spLocks noGrp="1"/>
          </p:cNvSpPr>
          <p:nvPr>
            <p:ph type="dt" sz="half" idx="10"/>
          </p:nvPr>
        </p:nvSpPr>
        <p:spPr/>
        <p:txBody>
          <a:bodyPr/>
          <a:lstStyle/>
          <a:p>
            <a:fld id="{5C3C3406-C29E-704D-9432-9CDC8E8ADEB6}" type="datetimeFigureOut">
              <a:rPr lang="en-US" smtClean="0"/>
              <a:t>7/17/2026</a:t>
            </a:fld>
            <a:endParaRPr lang="en-US"/>
          </a:p>
        </p:txBody>
      </p:sp>
      <p:sp>
        <p:nvSpPr>
          <p:cNvPr id="6" name="Footer Placeholder 5">
            <a:extLst>
              <a:ext uri="{FF2B5EF4-FFF2-40B4-BE49-F238E27FC236}">
                <a16:creationId xmlns:a16="http://schemas.microsoft.com/office/drawing/2014/main" id="{79CB34B1-F9A6-99A9-AC9B-DFC821FFA13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BFADE2F-7170-9AA8-A6E5-ACEEC8670CA9}"/>
              </a:ext>
            </a:extLst>
          </p:cNvPr>
          <p:cNvSpPr>
            <a:spLocks noGrp="1"/>
          </p:cNvSpPr>
          <p:nvPr>
            <p:ph type="sldNum" sz="quarter" idx="12"/>
          </p:nvPr>
        </p:nvSpPr>
        <p:spPr/>
        <p:txBody>
          <a:bodyPr/>
          <a:lstStyle/>
          <a:p>
            <a:fld id="{953D37A9-4EDF-CE41-9791-47767476A5EC}" type="slidenum">
              <a:rPr lang="en-US" smtClean="0"/>
              <a:t>‹#›</a:t>
            </a:fld>
            <a:endParaRPr lang="en-US"/>
          </a:p>
        </p:txBody>
      </p:sp>
    </p:spTree>
    <p:extLst>
      <p:ext uri="{BB962C8B-B14F-4D97-AF65-F5344CB8AC3E}">
        <p14:creationId xmlns:p14="http://schemas.microsoft.com/office/powerpoint/2010/main" val="5333149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83E77-F6DB-0DB6-7046-4EB084C790B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4728575-56AA-0510-BAC0-B4C56C59777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97B721-9583-B62F-DB8C-7C4B3D0E2236}"/>
              </a:ext>
            </a:extLst>
          </p:cNvPr>
          <p:cNvSpPr>
            <a:spLocks noGrp="1"/>
          </p:cNvSpPr>
          <p:nvPr>
            <p:ph type="dt" sz="half" idx="10"/>
          </p:nvPr>
        </p:nvSpPr>
        <p:spPr/>
        <p:txBody>
          <a:bodyPr/>
          <a:lstStyle/>
          <a:p>
            <a:fld id="{5C3C3406-C29E-704D-9432-9CDC8E8ADEB6}" type="datetimeFigureOut">
              <a:rPr lang="en-US" smtClean="0"/>
              <a:t>7/17/2026</a:t>
            </a:fld>
            <a:endParaRPr lang="en-US"/>
          </a:p>
        </p:txBody>
      </p:sp>
      <p:sp>
        <p:nvSpPr>
          <p:cNvPr id="5" name="Footer Placeholder 4">
            <a:extLst>
              <a:ext uri="{FF2B5EF4-FFF2-40B4-BE49-F238E27FC236}">
                <a16:creationId xmlns:a16="http://schemas.microsoft.com/office/drawing/2014/main" id="{3CBC146E-8D3C-AFE1-A08A-4BA01CE53C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66770D-2E6D-EA6A-385F-643DCAF5BF3A}"/>
              </a:ext>
            </a:extLst>
          </p:cNvPr>
          <p:cNvSpPr>
            <a:spLocks noGrp="1"/>
          </p:cNvSpPr>
          <p:nvPr>
            <p:ph type="sldNum" sz="quarter" idx="12"/>
          </p:nvPr>
        </p:nvSpPr>
        <p:spPr/>
        <p:txBody>
          <a:bodyPr/>
          <a:lstStyle/>
          <a:p>
            <a:fld id="{953D37A9-4EDF-CE41-9791-47767476A5EC}" type="slidenum">
              <a:rPr lang="en-US" smtClean="0"/>
              <a:t>‹#›</a:t>
            </a:fld>
            <a:endParaRPr lang="en-US"/>
          </a:p>
        </p:txBody>
      </p:sp>
    </p:spTree>
    <p:extLst>
      <p:ext uri="{BB962C8B-B14F-4D97-AF65-F5344CB8AC3E}">
        <p14:creationId xmlns:p14="http://schemas.microsoft.com/office/powerpoint/2010/main" val="463979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F602ED8-53CF-289B-9946-390E52F8087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919A048-65D3-4BB9-2202-FDB3016EB25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0A9A5B-153A-04DD-7CA4-419588A3C5F2}"/>
              </a:ext>
            </a:extLst>
          </p:cNvPr>
          <p:cNvSpPr>
            <a:spLocks noGrp="1"/>
          </p:cNvSpPr>
          <p:nvPr>
            <p:ph type="dt" sz="half" idx="10"/>
          </p:nvPr>
        </p:nvSpPr>
        <p:spPr/>
        <p:txBody>
          <a:bodyPr/>
          <a:lstStyle/>
          <a:p>
            <a:fld id="{5C3C3406-C29E-704D-9432-9CDC8E8ADEB6}" type="datetimeFigureOut">
              <a:rPr lang="en-US" smtClean="0"/>
              <a:t>7/17/2026</a:t>
            </a:fld>
            <a:endParaRPr lang="en-US"/>
          </a:p>
        </p:txBody>
      </p:sp>
      <p:sp>
        <p:nvSpPr>
          <p:cNvPr id="5" name="Footer Placeholder 4">
            <a:extLst>
              <a:ext uri="{FF2B5EF4-FFF2-40B4-BE49-F238E27FC236}">
                <a16:creationId xmlns:a16="http://schemas.microsoft.com/office/drawing/2014/main" id="{8EB39712-2F46-9DEF-9300-D31CBAFD07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85FEFC-5DBA-EF69-9195-0863AEC842DF}"/>
              </a:ext>
            </a:extLst>
          </p:cNvPr>
          <p:cNvSpPr>
            <a:spLocks noGrp="1"/>
          </p:cNvSpPr>
          <p:nvPr>
            <p:ph type="sldNum" sz="quarter" idx="12"/>
          </p:nvPr>
        </p:nvSpPr>
        <p:spPr/>
        <p:txBody>
          <a:bodyPr/>
          <a:lstStyle/>
          <a:p>
            <a:fld id="{953D37A9-4EDF-CE41-9791-47767476A5EC}" type="slidenum">
              <a:rPr lang="en-US" smtClean="0"/>
              <a:t>‹#›</a:t>
            </a:fld>
            <a:endParaRPr lang="en-US"/>
          </a:p>
        </p:txBody>
      </p:sp>
    </p:spTree>
    <p:extLst>
      <p:ext uri="{BB962C8B-B14F-4D97-AF65-F5344CB8AC3E}">
        <p14:creationId xmlns:p14="http://schemas.microsoft.com/office/powerpoint/2010/main" val="6808736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506E69-3939-7131-B7BE-E146349EBE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DD891AD-EDF9-2B35-9372-81EDFEB822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15169E-1BAA-0A95-5A4A-1DD690F1CD5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C3C3406-C29E-704D-9432-9CDC8E8ADEB6}" type="datetimeFigureOut">
              <a:rPr lang="en-US" smtClean="0"/>
              <a:t>7/17/2026</a:t>
            </a:fld>
            <a:endParaRPr lang="en-US"/>
          </a:p>
        </p:txBody>
      </p:sp>
      <p:sp>
        <p:nvSpPr>
          <p:cNvPr id="5" name="Footer Placeholder 4">
            <a:extLst>
              <a:ext uri="{FF2B5EF4-FFF2-40B4-BE49-F238E27FC236}">
                <a16:creationId xmlns:a16="http://schemas.microsoft.com/office/drawing/2014/main" id="{C9496826-4A31-AF49-E099-DC467593F2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A46F1AE-7642-D1D1-07A7-79F5283468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53D37A9-4EDF-CE41-9791-47767476A5EC}" type="slidenum">
              <a:rPr lang="en-US" smtClean="0"/>
              <a:t>‹#›</a:t>
            </a:fld>
            <a:endParaRPr lang="en-US"/>
          </a:p>
        </p:txBody>
      </p:sp>
    </p:spTree>
    <p:extLst>
      <p:ext uri="{BB962C8B-B14F-4D97-AF65-F5344CB8AC3E}">
        <p14:creationId xmlns:p14="http://schemas.microsoft.com/office/powerpoint/2010/main" val="39074660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D8D1034C-7207-F6C7-688A-AD2D735240D6}"/>
              </a:ext>
            </a:extLst>
          </p:cNvPr>
          <p:cNvSpPr>
            <a:spLocks noGrp="1"/>
          </p:cNvSpPr>
          <p:nvPr>
            <p:ph type="ctrTitle"/>
          </p:nvPr>
        </p:nvSpPr>
        <p:spPr>
          <a:xfrm>
            <a:off x="1314824" y="735106"/>
            <a:ext cx="10053763" cy="2928470"/>
          </a:xfrm>
        </p:spPr>
        <p:txBody>
          <a:bodyPr anchor="b">
            <a:normAutofit/>
          </a:bodyPr>
          <a:lstStyle/>
          <a:p>
            <a:pPr algn="l"/>
            <a:r>
              <a:rPr lang="en-US" sz="4800" b="1">
                <a:solidFill>
                  <a:srgbClr val="FFFFFF"/>
                </a:solidFill>
              </a:rPr>
              <a:t>Business Architecture Capability Overview</a:t>
            </a:r>
          </a:p>
        </p:txBody>
      </p:sp>
    </p:spTree>
    <p:extLst>
      <p:ext uri="{BB962C8B-B14F-4D97-AF65-F5344CB8AC3E}">
        <p14:creationId xmlns:p14="http://schemas.microsoft.com/office/powerpoint/2010/main" val="6164112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8727D-DCC3-581D-C700-4CC97A614E0B}"/>
              </a:ext>
            </a:extLst>
          </p:cNvPr>
          <p:cNvSpPr>
            <a:spLocks noGrp="1"/>
          </p:cNvSpPr>
          <p:nvPr>
            <p:ph type="title"/>
          </p:nvPr>
        </p:nvSpPr>
        <p:spPr/>
        <p:txBody>
          <a:bodyPr/>
          <a:lstStyle/>
          <a:p>
            <a:r>
              <a:rPr lang="en-US" b="1" dirty="0"/>
              <a:t>Business Architecture Capability Reference Model</a:t>
            </a:r>
          </a:p>
        </p:txBody>
      </p:sp>
      <p:sp>
        <p:nvSpPr>
          <p:cNvPr id="3" name="Content Placeholder 2">
            <a:extLst>
              <a:ext uri="{FF2B5EF4-FFF2-40B4-BE49-F238E27FC236}">
                <a16:creationId xmlns:a16="http://schemas.microsoft.com/office/drawing/2014/main" id="{92F0F978-943F-F0DA-7719-E9D420D9BBAE}"/>
              </a:ext>
            </a:extLst>
          </p:cNvPr>
          <p:cNvSpPr>
            <a:spLocks noGrp="1"/>
          </p:cNvSpPr>
          <p:nvPr>
            <p:ph idx="1"/>
          </p:nvPr>
        </p:nvSpPr>
        <p:spPr>
          <a:xfrm>
            <a:off x="838200" y="1825625"/>
            <a:ext cx="10515600" cy="4667250"/>
          </a:xfrm>
        </p:spPr>
        <p:txBody>
          <a:bodyPr>
            <a:normAutofit fontScale="92500" lnSpcReduction="10000"/>
          </a:bodyPr>
          <a:lstStyle/>
          <a:p>
            <a:r>
              <a:rPr lang="en-US" dirty="0"/>
              <a:t>A reference model that defines the core, strategic and support business capabilities that are common to all State Medicaid Agencies (SMA’s).</a:t>
            </a:r>
          </a:p>
          <a:p>
            <a:r>
              <a:rPr lang="en-US" dirty="0"/>
              <a:t>Used in the ORBIT model to identify business architecture needs for a capability. </a:t>
            </a:r>
          </a:p>
          <a:p>
            <a:r>
              <a:rPr lang="en-US" dirty="0"/>
              <a:t>The model provides a set of business capabilities that are used for classifying an SMA's specific business needs to plan for and identify solutions, leverage, reuse and standardization opportunities. </a:t>
            </a:r>
          </a:p>
          <a:p>
            <a:r>
              <a:rPr lang="en-US" dirty="0"/>
              <a:t>Reference Model will have (2) levels including:</a:t>
            </a:r>
          </a:p>
          <a:p>
            <a:pPr lvl="1"/>
            <a:r>
              <a:rPr lang="en-US" i="1" dirty="0"/>
              <a:t>Capability Domain </a:t>
            </a:r>
            <a:r>
              <a:rPr lang="en-US" dirty="0"/>
              <a:t>– High-level capability used to group common capabilities.</a:t>
            </a:r>
          </a:p>
          <a:p>
            <a:pPr lvl="1"/>
            <a:r>
              <a:rPr lang="en-US" i="1" dirty="0"/>
              <a:t>Capability Area </a:t>
            </a:r>
            <a:r>
              <a:rPr lang="en-US" dirty="0"/>
              <a:t>– Detailed capabilities that decomposes the capability domain into sub-capabilities that can be used by SMA’s to classify their data management needs. </a:t>
            </a:r>
          </a:p>
        </p:txBody>
      </p:sp>
    </p:spTree>
    <p:extLst>
      <p:ext uri="{BB962C8B-B14F-4D97-AF65-F5344CB8AC3E}">
        <p14:creationId xmlns:p14="http://schemas.microsoft.com/office/powerpoint/2010/main" val="21936247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3CE8B-A6D3-5F13-C390-F3A3533E1BAC}"/>
              </a:ext>
            </a:extLst>
          </p:cNvPr>
          <p:cNvSpPr>
            <a:spLocks noGrp="1"/>
          </p:cNvSpPr>
          <p:nvPr>
            <p:ph type="title"/>
          </p:nvPr>
        </p:nvSpPr>
        <p:spPr/>
        <p:txBody>
          <a:bodyPr/>
          <a:lstStyle/>
          <a:p>
            <a:r>
              <a:rPr lang="en-US" b="1"/>
              <a:t>Capability Metamodel</a:t>
            </a:r>
          </a:p>
        </p:txBody>
      </p:sp>
      <p:pic>
        <p:nvPicPr>
          <p:cNvPr id="3" name="Picture 2">
            <a:extLst>
              <a:ext uri="{FF2B5EF4-FFF2-40B4-BE49-F238E27FC236}">
                <a16:creationId xmlns:a16="http://schemas.microsoft.com/office/drawing/2014/main" id="{FB3A6DEA-F0C9-C959-4B0A-07879D424C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4647" y="1553472"/>
            <a:ext cx="9325649" cy="3944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949898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A77AE-9E85-B2B8-E454-656C6DEB155D}"/>
              </a:ext>
            </a:extLst>
          </p:cNvPr>
          <p:cNvSpPr>
            <a:spLocks noGrp="1"/>
          </p:cNvSpPr>
          <p:nvPr>
            <p:ph type="title"/>
          </p:nvPr>
        </p:nvSpPr>
        <p:spPr>
          <a:xfrm>
            <a:off x="447342" y="168259"/>
            <a:ext cx="10515600" cy="421684"/>
          </a:xfrm>
        </p:spPr>
        <p:txBody>
          <a:bodyPr>
            <a:normAutofit fontScale="90000"/>
          </a:bodyPr>
          <a:lstStyle/>
          <a:p>
            <a:r>
              <a:rPr lang="en-US" dirty="0"/>
              <a:t>MITA Capability Model</a:t>
            </a:r>
          </a:p>
        </p:txBody>
      </p:sp>
      <p:sp>
        <p:nvSpPr>
          <p:cNvPr id="4" name="Rectangle 3">
            <a:extLst>
              <a:ext uri="{FF2B5EF4-FFF2-40B4-BE49-F238E27FC236}">
                <a16:creationId xmlns:a16="http://schemas.microsoft.com/office/drawing/2014/main" id="{42D3F804-8E64-8FFA-DB2F-A2540490A1EA}"/>
              </a:ext>
            </a:extLst>
          </p:cNvPr>
          <p:cNvSpPr/>
          <p:nvPr/>
        </p:nvSpPr>
        <p:spPr>
          <a:xfrm>
            <a:off x="585567" y="880646"/>
            <a:ext cx="11015764" cy="2970672"/>
          </a:xfrm>
          <a:prstGeom prst="rect">
            <a:avLst/>
          </a:prstGeom>
          <a:solidFill>
            <a:schemeClr val="tx2">
              <a:lumMod val="25000"/>
              <a:lumOff val="75000"/>
            </a:schemeClr>
          </a:solidFill>
          <a:ln w="381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b="1" dirty="0"/>
              <a:t>Core</a:t>
            </a:r>
          </a:p>
        </p:txBody>
      </p:sp>
      <p:sp>
        <p:nvSpPr>
          <p:cNvPr id="5" name="Rectangle 4">
            <a:extLst>
              <a:ext uri="{FF2B5EF4-FFF2-40B4-BE49-F238E27FC236}">
                <a16:creationId xmlns:a16="http://schemas.microsoft.com/office/drawing/2014/main" id="{D0D64F22-FB96-7159-8508-65F9BD6D6586}"/>
              </a:ext>
            </a:extLst>
          </p:cNvPr>
          <p:cNvSpPr/>
          <p:nvPr/>
        </p:nvSpPr>
        <p:spPr>
          <a:xfrm>
            <a:off x="585567" y="3851316"/>
            <a:ext cx="11015764" cy="1462640"/>
          </a:xfrm>
          <a:prstGeom prst="rect">
            <a:avLst/>
          </a:prstGeom>
          <a:solidFill>
            <a:schemeClr val="tx2">
              <a:lumMod val="50000"/>
              <a:lumOff val="50000"/>
            </a:schemeClr>
          </a:solidFill>
          <a:ln w="381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b="1" dirty="0"/>
              <a:t>Strategic</a:t>
            </a:r>
          </a:p>
        </p:txBody>
      </p:sp>
      <p:sp>
        <p:nvSpPr>
          <p:cNvPr id="6" name="Rectangle 5">
            <a:extLst>
              <a:ext uri="{FF2B5EF4-FFF2-40B4-BE49-F238E27FC236}">
                <a16:creationId xmlns:a16="http://schemas.microsoft.com/office/drawing/2014/main" id="{9B0F733A-167B-7085-798E-313139631DD5}"/>
              </a:ext>
            </a:extLst>
          </p:cNvPr>
          <p:cNvSpPr/>
          <p:nvPr/>
        </p:nvSpPr>
        <p:spPr>
          <a:xfrm>
            <a:off x="585567" y="5320938"/>
            <a:ext cx="11015764" cy="1462640"/>
          </a:xfrm>
          <a:prstGeom prst="rect">
            <a:avLst/>
          </a:prstGeom>
          <a:solidFill>
            <a:schemeClr val="tx2">
              <a:lumMod val="75000"/>
              <a:lumOff val="25000"/>
            </a:schemeClr>
          </a:solidFill>
          <a:ln w="381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b="1" dirty="0"/>
              <a:t>Support</a:t>
            </a:r>
          </a:p>
        </p:txBody>
      </p:sp>
      <p:sp>
        <p:nvSpPr>
          <p:cNvPr id="3" name="Rectangle 2">
            <a:extLst>
              <a:ext uri="{FF2B5EF4-FFF2-40B4-BE49-F238E27FC236}">
                <a16:creationId xmlns:a16="http://schemas.microsoft.com/office/drawing/2014/main" id="{642211A0-3134-BE68-CDEC-D38B2E7A144F}"/>
              </a:ext>
            </a:extLst>
          </p:cNvPr>
          <p:cNvSpPr/>
          <p:nvPr/>
        </p:nvSpPr>
        <p:spPr>
          <a:xfrm>
            <a:off x="9282368" y="2758692"/>
            <a:ext cx="2168267" cy="876701"/>
          </a:xfrm>
          <a:prstGeom prst="rect">
            <a:avLst/>
          </a:prstGeom>
          <a:solidFill>
            <a:srgbClr val="C04F14"/>
          </a:solidFill>
          <a:ln w="381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Provider Management</a:t>
            </a:r>
          </a:p>
        </p:txBody>
      </p:sp>
      <p:sp>
        <p:nvSpPr>
          <p:cNvPr id="7" name="Rectangle 6">
            <a:extLst>
              <a:ext uri="{FF2B5EF4-FFF2-40B4-BE49-F238E27FC236}">
                <a16:creationId xmlns:a16="http://schemas.microsoft.com/office/drawing/2014/main" id="{97C4E105-0839-52C7-EBFD-E540682CE637}"/>
              </a:ext>
            </a:extLst>
          </p:cNvPr>
          <p:cNvSpPr/>
          <p:nvPr/>
        </p:nvSpPr>
        <p:spPr>
          <a:xfrm>
            <a:off x="6664158" y="1106505"/>
            <a:ext cx="2168267" cy="876701"/>
          </a:xfrm>
          <a:prstGeom prst="rect">
            <a:avLst/>
          </a:prstGeom>
          <a:solidFill>
            <a:srgbClr val="C04F14"/>
          </a:solidFill>
          <a:ln w="381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Claims and Encounter Management</a:t>
            </a:r>
          </a:p>
        </p:txBody>
      </p:sp>
      <p:sp>
        <p:nvSpPr>
          <p:cNvPr id="8" name="Rectangle 7">
            <a:extLst>
              <a:ext uri="{FF2B5EF4-FFF2-40B4-BE49-F238E27FC236}">
                <a16:creationId xmlns:a16="http://schemas.microsoft.com/office/drawing/2014/main" id="{7F69A3A2-C1A0-6F3B-375F-B22639B906B1}"/>
              </a:ext>
            </a:extLst>
          </p:cNvPr>
          <p:cNvSpPr/>
          <p:nvPr/>
        </p:nvSpPr>
        <p:spPr>
          <a:xfrm>
            <a:off x="3333800" y="1106505"/>
            <a:ext cx="2168267" cy="876701"/>
          </a:xfrm>
          <a:prstGeom prst="rect">
            <a:avLst/>
          </a:prstGeom>
          <a:solidFill>
            <a:srgbClr val="C04F14"/>
          </a:solidFill>
          <a:ln w="381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Care and Service Coordination</a:t>
            </a:r>
          </a:p>
        </p:txBody>
      </p:sp>
      <p:sp>
        <p:nvSpPr>
          <p:cNvPr id="9" name="Rectangle 8">
            <a:extLst>
              <a:ext uri="{FF2B5EF4-FFF2-40B4-BE49-F238E27FC236}">
                <a16:creationId xmlns:a16="http://schemas.microsoft.com/office/drawing/2014/main" id="{13F50E2F-68CE-B21B-08E0-DB1A7F38F90D}"/>
              </a:ext>
            </a:extLst>
          </p:cNvPr>
          <p:cNvSpPr/>
          <p:nvPr/>
        </p:nvSpPr>
        <p:spPr>
          <a:xfrm>
            <a:off x="3649840" y="5636213"/>
            <a:ext cx="2168267" cy="876701"/>
          </a:xfrm>
          <a:prstGeom prst="rect">
            <a:avLst/>
          </a:prstGeom>
          <a:solidFill>
            <a:srgbClr val="C04F14"/>
          </a:solidFill>
          <a:ln w="381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Compliance Management</a:t>
            </a:r>
          </a:p>
        </p:txBody>
      </p:sp>
      <p:sp>
        <p:nvSpPr>
          <p:cNvPr id="10" name="Rectangle 9">
            <a:extLst>
              <a:ext uri="{FF2B5EF4-FFF2-40B4-BE49-F238E27FC236}">
                <a16:creationId xmlns:a16="http://schemas.microsoft.com/office/drawing/2014/main" id="{0E84CB97-2960-2D6D-0B6C-FF74EC291E0B}"/>
              </a:ext>
            </a:extLst>
          </p:cNvPr>
          <p:cNvSpPr/>
          <p:nvPr/>
        </p:nvSpPr>
        <p:spPr>
          <a:xfrm>
            <a:off x="9286118" y="1100053"/>
            <a:ext cx="2168267" cy="876701"/>
          </a:xfrm>
          <a:prstGeom prst="rect">
            <a:avLst/>
          </a:prstGeom>
          <a:solidFill>
            <a:srgbClr val="C04F14"/>
          </a:solidFill>
          <a:ln w="381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Contract Management</a:t>
            </a:r>
          </a:p>
        </p:txBody>
      </p:sp>
      <p:sp>
        <p:nvSpPr>
          <p:cNvPr id="11" name="Rectangle 10">
            <a:extLst>
              <a:ext uri="{FF2B5EF4-FFF2-40B4-BE49-F238E27FC236}">
                <a16:creationId xmlns:a16="http://schemas.microsoft.com/office/drawing/2014/main" id="{DFA9F05E-6B58-3986-A510-98580A29793B}"/>
              </a:ext>
            </a:extLst>
          </p:cNvPr>
          <p:cNvSpPr/>
          <p:nvPr/>
        </p:nvSpPr>
        <p:spPr>
          <a:xfrm>
            <a:off x="5006099" y="4217683"/>
            <a:ext cx="2168267" cy="876701"/>
          </a:xfrm>
          <a:prstGeom prst="rect">
            <a:avLst/>
          </a:prstGeom>
          <a:solidFill>
            <a:srgbClr val="C04F14"/>
          </a:solidFill>
          <a:ln w="381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Plan and Policy Management</a:t>
            </a:r>
          </a:p>
        </p:txBody>
      </p:sp>
      <p:sp>
        <p:nvSpPr>
          <p:cNvPr id="12" name="Rectangle 11">
            <a:extLst>
              <a:ext uri="{FF2B5EF4-FFF2-40B4-BE49-F238E27FC236}">
                <a16:creationId xmlns:a16="http://schemas.microsoft.com/office/drawing/2014/main" id="{28F4C9AB-1D56-7BF4-C014-BEAC5E92BC3A}"/>
              </a:ext>
            </a:extLst>
          </p:cNvPr>
          <p:cNvSpPr/>
          <p:nvPr/>
        </p:nvSpPr>
        <p:spPr>
          <a:xfrm>
            <a:off x="6661657" y="2760503"/>
            <a:ext cx="2168267" cy="876701"/>
          </a:xfrm>
          <a:prstGeom prst="rect">
            <a:avLst/>
          </a:prstGeom>
          <a:solidFill>
            <a:srgbClr val="C04F14"/>
          </a:solidFill>
          <a:ln w="381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Pharmacy Management</a:t>
            </a:r>
          </a:p>
        </p:txBody>
      </p:sp>
      <p:sp>
        <p:nvSpPr>
          <p:cNvPr id="13" name="Rectangle 12">
            <a:extLst>
              <a:ext uri="{FF2B5EF4-FFF2-40B4-BE49-F238E27FC236}">
                <a16:creationId xmlns:a16="http://schemas.microsoft.com/office/drawing/2014/main" id="{CE92F1C3-8710-F019-CD83-5C2D4C45F785}"/>
              </a:ext>
            </a:extLst>
          </p:cNvPr>
          <p:cNvSpPr/>
          <p:nvPr/>
        </p:nvSpPr>
        <p:spPr>
          <a:xfrm>
            <a:off x="2028064" y="4221244"/>
            <a:ext cx="2168267" cy="876701"/>
          </a:xfrm>
          <a:prstGeom prst="rect">
            <a:avLst/>
          </a:prstGeom>
          <a:solidFill>
            <a:srgbClr val="C04F14"/>
          </a:solidFill>
          <a:ln w="381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t>Enterprise Architecture</a:t>
            </a:r>
          </a:p>
        </p:txBody>
      </p:sp>
      <p:sp>
        <p:nvSpPr>
          <p:cNvPr id="14" name="Rectangle 13">
            <a:extLst>
              <a:ext uri="{FF2B5EF4-FFF2-40B4-BE49-F238E27FC236}">
                <a16:creationId xmlns:a16="http://schemas.microsoft.com/office/drawing/2014/main" id="{03FA1E32-B6DA-04CA-6947-E5D3355CC397}"/>
              </a:ext>
            </a:extLst>
          </p:cNvPr>
          <p:cNvSpPr/>
          <p:nvPr/>
        </p:nvSpPr>
        <p:spPr>
          <a:xfrm>
            <a:off x="6423954" y="5636213"/>
            <a:ext cx="2168267" cy="876701"/>
          </a:xfrm>
          <a:prstGeom prst="rect">
            <a:avLst/>
          </a:prstGeom>
          <a:solidFill>
            <a:srgbClr val="C04F14"/>
          </a:solidFill>
          <a:ln w="381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Data Management</a:t>
            </a:r>
          </a:p>
        </p:txBody>
      </p:sp>
      <p:sp>
        <p:nvSpPr>
          <p:cNvPr id="15" name="Rectangle 14">
            <a:extLst>
              <a:ext uri="{FF2B5EF4-FFF2-40B4-BE49-F238E27FC236}">
                <a16:creationId xmlns:a16="http://schemas.microsoft.com/office/drawing/2014/main" id="{B5945B7D-9348-7551-4D1F-FA8D4B3EF80C}"/>
              </a:ext>
            </a:extLst>
          </p:cNvPr>
          <p:cNvSpPr/>
          <p:nvPr/>
        </p:nvSpPr>
        <p:spPr>
          <a:xfrm>
            <a:off x="694225" y="1982449"/>
            <a:ext cx="2168267" cy="876701"/>
          </a:xfrm>
          <a:prstGeom prst="rect">
            <a:avLst/>
          </a:prstGeom>
          <a:solidFill>
            <a:srgbClr val="C04F14"/>
          </a:solidFill>
          <a:ln w="381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Financial Management</a:t>
            </a:r>
          </a:p>
        </p:txBody>
      </p:sp>
      <p:sp>
        <p:nvSpPr>
          <p:cNvPr id="16" name="Rectangle 15">
            <a:extLst>
              <a:ext uri="{FF2B5EF4-FFF2-40B4-BE49-F238E27FC236}">
                <a16:creationId xmlns:a16="http://schemas.microsoft.com/office/drawing/2014/main" id="{A1474CB2-66D1-41D5-E009-0145F5484D18}"/>
              </a:ext>
            </a:extLst>
          </p:cNvPr>
          <p:cNvSpPr/>
          <p:nvPr/>
        </p:nvSpPr>
        <p:spPr>
          <a:xfrm>
            <a:off x="7991256" y="4217683"/>
            <a:ext cx="2168267" cy="876701"/>
          </a:xfrm>
          <a:prstGeom prst="rect">
            <a:avLst/>
          </a:prstGeom>
          <a:solidFill>
            <a:srgbClr val="C04F14"/>
          </a:solidFill>
          <a:ln w="381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Strategy and Planning Management</a:t>
            </a:r>
          </a:p>
        </p:txBody>
      </p:sp>
      <p:sp>
        <p:nvSpPr>
          <p:cNvPr id="17" name="Rectangle 16">
            <a:extLst>
              <a:ext uri="{FF2B5EF4-FFF2-40B4-BE49-F238E27FC236}">
                <a16:creationId xmlns:a16="http://schemas.microsoft.com/office/drawing/2014/main" id="{EA72E444-F0D2-8E27-EC1A-4FD13A02A692}"/>
              </a:ext>
            </a:extLst>
          </p:cNvPr>
          <p:cNvSpPr/>
          <p:nvPr/>
        </p:nvSpPr>
        <p:spPr>
          <a:xfrm>
            <a:off x="882847" y="5636213"/>
            <a:ext cx="2168267" cy="876701"/>
          </a:xfrm>
          <a:prstGeom prst="rect">
            <a:avLst/>
          </a:prstGeom>
          <a:solidFill>
            <a:srgbClr val="C04F14"/>
          </a:solidFill>
          <a:ln w="381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Communication Management</a:t>
            </a:r>
          </a:p>
        </p:txBody>
      </p:sp>
      <p:sp>
        <p:nvSpPr>
          <p:cNvPr id="18" name="Rectangle 17">
            <a:extLst>
              <a:ext uri="{FF2B5EF4-FFF2-40B4-BE49-F238E27FC236}">
                <a16:creationId xmlns:a16="http://schemas.microsoft.com/office/drawing/2014/main" id="{938B1F29-D8E1-D5EE-FBD1-D67A89A843E7}"/>
              </a:ext>
            </a:extLst>
          </p:cNvPr>
          <p:cNvSpPr/>
          <p:nvPr/>
        </p:nvSpPr>
        <p:spPr>
          <a:xfrm>
            <a:off x="3336298" y="2759362"/>
            <a:ext cx="2168267" cy="876701"/>
          </a:xfrm>
          <a:prstGeom prst="rect">
            <a:avLst/>
          </a:prstGeom>
          <a:solidFill>
            <a:srgbClr val="C04F14"/>
          </a:solidFill>
          <a:ln w="381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Member Management</a:t>
            </a:r>
          </a:p>
        </p:txBody>
      </p:sp>
      <p:sp>
        <p:nvSpPr>
          <p:cNvPr id="19" name="Rectangle 18">
            <a:extLst>
              <a:ext uri="{FF2B5EF4-FFF2-40B4-BE49-F238E27FC236}">
                <a16:creationId xmlns:a16="http://schemas.microsoft.com/office/drawing/2014/main" id="{1041C00D-C070-0EBB-5AB3-BF87E59339FC}"/>
              </a:ext>
            </a:extLst>
          </p:cNvPr>
          <p:cNvSpPr/>
          <p:nvPr/>
        </p:nvSpPr>
        <p:spPr>
          <a:xfrm>
            <a:off x="9198068" y="5636213"/>
            <a:ext cx="2168267" cy="876701"/>
          </a:xfrm>
          <a:prstGeom prst="rect">
            <a:avLst/>
          </a:prstGeom>
          <a:solidFill>
            <a:srgbClr val="C04F14"/>
          </a:solidFill>
          <a:ln w="381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t>Technology Management</a:t>
            </a:r>
            <a:endParaRPr lang="en-US" dirty="0"/>
          </a:p>
        </p:txBody>
      </p:sp>
    </p:spTree>
    <p:extLst>
      <p:ext uri="{BB962C8B-B14F-4D97-AF65-F5344CB8AC3E}">
        <p14:creationId xmlns:p14="http://schemas.microsoft.com/office/powerpoint/2010/main" val="35126994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A71FB43-CBE9-6607-E66E-C54988C46C75}"/>
              </a:ext>
            </a:extLst>
          </p:cNvPr>
          <p:cNvSpPr/>
          <p:nvPr/>
        </p:nvSpPr>
        <p:spPr>
          <a:xfrm>
            <a:off x="358632" y="1190840"/>
            <a:ext cx="11474736" cy="5325140"/>
          </a:xfrm>
          <a:prstGeom prst="rect">
            <a:avLst/>
          </a:prstGeom>
          <a:solidFill>
            <a:schemeClr val="tx2">
              <a:lumMod val="25000"/>
              <a:lumOff val="75000"/>
            </a:schemeClr>
          </a:solidFill>
          <a:ln w="381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b="1" dirty="0"/>
              <a:t>Core</a:t>
            </a:r>
          </a:p>
        </p:txBody>
      </p:sp>
      <p:grpSp>
        <p:nvGrpSpPr>
          <p:cNvPr id="16" name="Group 15">
            <a:extLst>
              <a:ext uri="{FF2B5EF4-FFF2-40B4-BE49-F238E27FC236}">
                <a16:creationId xmlns:a16="http://schemas.microsoft.com/office/drawing/2014/main" id="{E55CEE17-3125-E7F8-909D-103F1F050BDF}"/>
              </a:ext>
            </a:extLst>
          </p:cNvPr>
          <p:cNvGrpSpPr/>
          <p:nvPr/>
        </p:nvGrpSpPr>
        <p:grpSpPr>
          <a:xfrm>
            <a:off x="9348181" y="4305514"/>
            <a:ext cx="2168268" cy="2140524"/>
            <a:chOff x="781023" y="1649196"/>
            <a:chExt cx="2168268" cy="2140524"/>
          </a:xfrm>
        </p:grpSpPr>
        <p:sp>
          <p:nvSpPr>
            <p:cNvPr id="4" name="Rectangle 3">
              <a:extLst>
                <a:ext uri="{FF2B5EF4-FFF2-40B4-BE49-F238E27FC236}">
                  <a16:creationId xmlns:a16="http://schemas.microsoft.com/office/drawing/2014/main" id="{B36E5338-FAC2-7B6A-624A-D085AF40F066}"/>
                </a:ext>
              </a:extLst>
            </p:cNvPr>
            <p:cNvSpPr/>
            <p:nvPr/>
          </p:nvSpPr>
          <p:spPr>
            <a:xfrm>
              <a:off x="781024" y="1649196"/>
              <a:ext cx="2168267" cy="876701"/>
            </a:xfrm>
            <a:prstGeom prst="rect">
              <a:avLst/>
            </a:prstGeom>
            <a:solidFill>
              <a:srgbClr val="C04F14"/>
            </a:solidFill>
            <a:ln w="381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Provider Management</a:t>
              </a:r>
            </a:p>
          </p:txBody>
        </p:sp>
        <p:sp>
          <p:nvSpPr>
            <p:cNvPr id="19" name="Rectangle 18">
              <a:extLst>
                <a:ext uri="{FF2B5EF4-FFF2-40B4-BE49-F238E27FC236}">
                  <a16:creationId xmlns:a16="http://schemas.microsoft.com/office/drawing/2014/main" id="{908071D8-A1D8-9E70-D431-A08B1671E5D8}"/>
                </a:ext>
              </a:extLst>
            </p:cNvPr>
            <p:cNvSpPr>
              <a:spLocks/>
            </p:cNvSpPr>
            <p:nvPr/>
          </p:nvSpPr>
          <p:spPr>
            <a:xfrm>
              <a:off x="781023" y="2436405"/>
              <a:ext cx="2168267" cy="1353315"/>
            </a:xfrm>
            <a:prstGeom prst="rect">
              <a:avLst/>
            </a:prstGeom>
            <a:solidFill>
              <a:schemeClr val="bg1">
                <a:lumMod val="95000"/>
              </a:schemeClr>
            </a:solidFill>
            <a:ln w="381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Arial" panose="020B0604020202020204" pitchFamily="34" charset="0"/>
                <a:buChar char="•"/>
              </a:pPr>
              <a:r>
                <a:rPr lang="en-US" sz="1200" b="1" dirty="0">
                  <a:solidFill>
                    <a:sysClr val="windowText" lastClr="000000"/>
                  </a:solidFill>
                </a:rPr>
                <a:t>Provider Enrollment</a:t>
              </a:r>
            </a:p>
            <a:p>
              <a:pPr marL="285750" indent="-285750">
                <a:buFont typeface="Arial" panose="020B0604020202020204" pitchFamily="34" charset="0"/>
                <a:buChar char="•"/>
              </a:pPr>
              <a:r>
                <a:rPr lang="en-US" sz="1200" b="1" dirty="0">
                  <a:solidFill>
                    <a:sysClr val="windowText" lastClr="000000"/>
                  </a:solidFill>
                </a:rPr>
                <a:t>Provider Eligibility</a:t>
              </a:r>
            </a:p>
            <a:p>
              <a:pPr marL="285750" indent="-285750">
                <a:buFont typeface="Arial" panose="020B0604020202020204" pitchFamily="34" charset="0"/>
                <a:buChar char="•"/>
              </a:pPr>
              <a:r>
                <a:rPr lang="en-US" sz="1200" b="1" dirty="0">
                  <a:solidFill>
                    <a:sysClr val="windowText" lastClr="000000"/>
                  </a:solidFill>
                </a:rPr>
                <a:t>Provider Monitoring</a:t>
              </a:r>
            </a:p>
            <a:p>
              <a:pPr marL="285750" indent="-285750">
                <a:buFont typeface="Arial" panose="020B0604020202020204" pitchFamily="34" charset="0"/>
                <a:buChar char="•"/>
              </a:pPr>
              <a:r>
                <a:rPr lang="en-US" sz="1200" b="1" dirty="0">
                  <a:solidFill>
                    <a:sysClr val="windowText" lastClr="000000"/>
                  </a:solidFill>
                </a:rPr>
                <a:t>Provider Support Management</a:t>
              </a:r>
            </a:p>
            <a:p>
              <a:pPr marL="285750" indent="-285750">
                <a:buFont typeface="Arial" panose="020B0604020202020204" pitchFamily="34" charset="0"/>
                <a:buChar char="•"/>
              </a:pPr>
              <a:r>
                <a:rPr lang="en-US" sz="1200" b="1" dirty="0">
                  <a:solidFill>
                    <a:sysClr val="windowText" lastClr="000000"/>
                  </a:solidFill>
                </a:rPr>
                <a:t>Provider Information Management</a:t>
              </a:r>
            </a:p>
          </p:txBody>
        </p:sp>
      </p:grpSp>
      <p:grpSp>
        <p:nvGrpSpPr>
          <p:cNvPr id="11" name="Group 10">
            <a:extLst>
              <a:ext uri="{FF2B5EF4-FFF2-40B4-BE49-F238E27FC236}">
                <a16:creationId xmlns:a16="http://schemas.microsoft.com/office/drawing/2014/main" id="{61B14B4C-0200-6847-87EF-417538EEA748}"/>
              </a:ext>
            </a:extLst>
          </p:cNvPr>
          <p:cNvGrpSpPr/>
          <p:nvPr/>
        </p:nvGrpSpPr>
        <p:grpSpPr>
          <a:xfrm>
            <a:off x="6685859" y="1354761"/>
            <a:ext cx="2168268" cy="2728519"/>
            <a:chOff x="9299447" y="3711975"/>
            <a:chExt cx="2168268" cy="2728519"/>
          </a:xfrm>
        </p:grpSpPr>
        <p:sp>
          <p:nvSpPr>
            <p:cNvPr id="5" name="Rectangle 4">
              <a:extLst>
                <a:ext uri="{FF2B5EF4-FFF2-40B4-BE49-F238E27FC236}">
                  <a16:creationId xmlns:a16="http://schemas.microsoft.com/office/drawing/2014/main" id="{BD2AB164-16EC-8ADB-CDBB-C985B138ECA7}"/>
                </a:ext>
              </a:extLst>
            </p:cNvPr>
            <p:cNvSpPr/>
            <p:nvPr/>
          </p:nvSpPr>
          <p:spPr>
            <a:xfrm>
              <a:off x="9299448" y="3711975"/>
              <a:ext cx="2168267" cy="876701"/>
            </a:xfrm>
            <a:prstGeom prst="rect">
              <a:avLst/>
            </a:prstGeom>
            <a:solidFill>
              <a:srgbClr val="C04F14"/>
            </a:solidFill>
            <a:ln w="381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Claims and Encounter Management</a:t>
              </a:r>
            </a:p>
          </p:txBody>
        </p:sp>
        <p:sp>
          <p:nvSpPr>
            <p:cNvPr id="21" name="Rectangle 20">
              <a:extLst>
                <a:ext uri="{FF2B5EF4-FFF2-40B4-BE49-F238E27FC236}">
                  <a16:creationId xmlns:a16="http://schemas.microsoft.com/office/drawing/2014/main" id="{0543A82B-B584-24B9-5C7A-CA0296272888}"/>
                </a:ext>
              </a:extLst>
            </p:cNvPr>
            <p:cNvSpPr>
              <a:spLocks/>
            </p:cNvSpPr>
            <p:nvPr/>
          </p:nvSpPr>
          <p:spPr>
            <a:xfrm>
              <a:off x="9299447" y="4574434"/>
              <a:ext cx="2168267" cy="1866060"/>
            </a:xfrm>
            <a:prstGeom prst="rect">
              <a:avLst/>
            </a:prstGeom>
            <a:solidFill>
              <a:schemeClr val="bg1">
                <a:lumMod val="95000"/>
              </a:schemeClr>
            </a:solidFill>
            <a:ln w="381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171450" indent="-171450">
                <a:buFont typeface="Arial" panose="020B0604020202020204" pitchFamily="34" charset="0"/>
                <a:buChar char="•"/>
              </a:pPr>
              <a:r>
                <a:rPr lang="en-US" sz="1200" b="1" dirty="0">
                  <a:solidFill>
                    <a:sysClr val="windowText" lastClr="000000"/>
                  </a:solidFill>
                </a:rPr>
                <a:t>Claims and Encounter Submission Management</a:t>
              </a:r>
            </a:p>
            <a:p>
              <a:pPr marL="171450" indent="-171450">
                <a:buFont typeface="Arial" panose="020B0604020202020204" pitchFamily="34" charset="0"/>
                <a:buChar char="•"/>
              </a:pPr>
              <a:r>
                <a:rPr lang="en-US" sz="1200" b="1" dirty="0">
                  <a:solidFill>
                    <a:sysClr val="windowText" lastClr="000000"/>
                  </a:solidFill>
                </a:rPr>
                <a:t>Claims Adjudication</a:t>
              </a:r>
            </a:p>
            <a:p>
              <a:pPr marL="171450" indent="-171450">
                <a:buFont typeface="Arial" panose="020B0604020202020204" pitchFamily="34" charset="0"/>
                <a:buChar char="•"/>
              </a:pPr>
              <a:r>
                <a:rPr lang="en-US" sz="1200" b="1" dirty="0">
                  <a:solidFill>
                    <a:sysClr val="windowText" lastClr="000000"/>
                  </a:solidFill>
                </a:rPr>
                <a:t>Encounter Processing</a:t>
              </a:r>
            </a:p>
            <a:p>
              <a:pPr marL="171450" indent="-171450">
                <a:buFont typeface="Arial" panose="020B0604020202020204" pitchFamily="34" charset="0"/>
                <a:buChar char="•"/>
              </a:pPr>
              <a:r>
                <a:rPr lang="en-US" sz="1200" b="1" dirty="0">
                  <a:solidFill>
                    <a:sysClr val="windowText" lastClr="000000"/>
                  </a:solidFill>
                </a:rPr>
                <a:t>Claims and Encounters Adjustments</a:t>
              </a:r>
            </a:p>
            <a:p>
              <a:pPr marL="171450" indent="-171450">
                <a:buFont typeface="Arial" panose="020B0604020202020204" pitchFamily="34" charset="0"/>
                <a:buChar char="•"/>
              </a:pPr>
              <a:r>
                <a:rPr lang="en-US" sz="1200" b="1" dirty="0">
                  <a:solidFill>
                    <a:sysClr val="windowText" lastClr="000000"/>
                  </a:solidFill>
                </a:rPr>
                <a:t>Claims and Encounters Lifecycle Management</a:t>
              </a:r>
            </a:p>
            <a:p>
              <a:pPr marL="171450" indent="-171450">
                <a:buFont typeface="Arial" panose="020B0604020202020204" pitchFamily="34" charset="0"/>
                <a:buChar char="•"/>
              </a:pPr>
              <a:r>
                <a:rPr lang="en-US" sz="1200" b="1" dirty="0">
                  <a:solidFill>
                    <a:sysClr val="windowText" lastClr="000000"/>
                  </a:solidFill>
                  <a:latin typeface="Aptos"/>
                </a:rPr>
                <a:t>Claim and Encounter Information Management</a:t>
              </a:r>
            </a:p>
          </p:txBody>
        </p:sp>
      </p:grpSp>
      <p:grpSp>
        <p:nvGrpSpPr>
          <p:cNvPr id="12" name="Group 11">
            <a:extLst>
              <a:ext uri="{FF2B5EF4-FFF2-40B4-BE49-F238E27FC236}">
                <a16:creationId xmlns:a16="http://schemas.microsoft.com/office/drawing/2014/main" id="{5B841F88-4679-FEF5-BD61-97B3F8D681D3}"/>
              </a:ext>
            </a:extLst>
          </p:cNvPr>
          <p:cNvGrpSpPr/>
          <p:nvPr/>
        </p:nvGrpSpPr>
        <p:grpSpPr>
          <a:xfrm>
            <a:off x="3360769" y="1371458"/>
            <a:ext cx="2175388" cy="2559191"/>
            <a:chOff x="6330433" y="1492523"/>
            <a:chExt cx="2175388" cy="2559191"/>
          </a:xfrm>
        </p:grpSpPr>
        <p:sp>
          <p:nvSpPr>
            <p:cNvPr id="6" name="Rectangle 5">
              <a:extLst>
                <a:ext uri="{FF2B5EF4-FFF2-40B4-BE49-F238E27FC236}">
                  <a16:creationId xmlns:a16="http://schemas.microsoft.com/office/drawing/2014/main" id="{88F1CDBC-8B5F-B711-96BF-95AC5A35B8D8}"/>
                </a:ext>
              </a:extLst>
            </p:cNvPr>
            <p:cNvSpPr/>
            <p:nvPr/>
          </p:nvSpPr>
          <p:spPr>
            <a:xfrm>
              <a:off x="6333455" y="1492523"/>
              <a:ext cx="2168267" cy="876701"/>
            </a:xfrm>
            <a:prstGeom prst="rect">
              <a:avLst/>
            </a:prstGeom>
            <a:solidFill>
              <a:srgbClr val="C04F14"/>
            </a:solidFill>
            <a:ln w="381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Care and Service Coordination</a:t>
              </a:r>
            </a:p>
          </p:txBody>
        </p:sp>
        <p:sp>
          <p:nvSpPr>
            <p:cNvPr id="22" name="Rectangle 21">
              <a:extLst>
                <a:ext uri="{FF2B5EF4-FFF2-40B4-BE49-F238E27FC236}">
                  <a16:creationId xmlns:a16="http://schemas.microsoft.com/office/drawing/2014/main" id="{C360385C-BEAC-55C8-558A-57A9851D47F4}"/>
                </a:ext>
              </a:extLst>
            </p:cNvPr>
            <p:cNvSpPr>
              <a:spLocks/>
            </p:cNvSpPr>
            <p:nvPr/>
          </p:nvSpPr>
          <p:spPr>
            <a:xfrm>
              <a:off x="6330433" y="2366768"/>
              <a:ext cx="2175388" cy="1684946"/>
            </a:xfrm>
            <a:prstGeom prst="rect">
              <a:avLst/>
            </a:prstGeom>
            <a:solidFill>
              <a:schemeClr val="bg1">
                <a:lumMod val="95000"/>
              </a:schemeClr>
            </a:solidFill>
            <a:ln w="381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Arial" panose="020B0604020202020204" pitchFamily="34" charset="0"/>
                <a:buChar char="•"/>
              </a:pPr>
              <a:r>
                <a:rPr lang="en-US" sz="1200" b="1" dirty="0">
                  <a:solidFill>
                    <a:sysClr val="windowText" lastClr="000000"/>
                  </a:solidFill>
                </a:rPr>
                <a:t>Long-Term Care Support Management</a:t>
              </a:r>
              <a:endParaRPr lang="en-US" dirty="0">
                <a:solidFill>
                  <a:sysClr val="windowText" lastClr="000000"/>
                </a:solidFill>
              </a:endParaRPr>
            </a:p>
            <a:p>
              <a:pPr marL="285750" indent="-285750">
                <a:buFont typeface="Arial" panose="020B0604020202020204" pitchFamily="34" charset="0"/>
                <a:buChar char="•"/>
              </a:pPr>
              <a:r>
                <a:rPr lang="en-US" sz="1200" b="1" dirty="0">
                  <a:solidFill>
                    <a:sysClr val="windowText" lastClr="000000"/>
                  </a:solidFill>
                </a:rPr>
                <a:t>Visit Verification Monitoring</a:t>
              </a:r>
            </a:p>
            <a:p>
              <a:pPr marL="285750" indent="-285750">
                <a:buFont typeface="Arial" panose="020B0604020202020204" pitchFamily="34" charset="0"/>
                <a:buChar char="•"/>
              </a:pPr>
              <a:r>
                <a:rPr lang="en-US" sz="1200" b="1" dirty="0">
                  <a:solidFill>
                    <a:sysClr val="windowText" lastClr="000000"/>
                  </a:solidFill>
                </a:rPr>
                <a:t>Case Management</a:t>
              </a:r>
            </a:p>
            <a:p>
              <a:pPr marL="285750" indent="-285750">
                <a:buFont typeface="Arial" panose="020B0604020202020204" pitchFamily="34" charset="0"/>
                <a:buChar char="•"/>
              </a:pPr>
              <a:r>
                <a:rPr lang="en-US" sz="1200" b="1" dirty="0">
                  <a:solidFill>
                    <a:sysClr val="windowText" lastClr="000000"/>
                  </a:solidFill>
                </a:rPr>
                <a:t>Prior Authorization</a:t>
              </a:r>
            </a:p>
            <a:p>
              <a:pPr marL="285750" indent="-285750">
                <a:buFont typeface="Arial" panose="020B0604020202020204" pitchFamily="34" charset="0"/>
                <a:buChar char="•"/>
              </a:pPr>
              <a:r>
                <a:rPr lang="en-US" sz="1200" b="1" dirty="0">
                  <a:solidFill>
                    <a:sysClr val="windowText" lastClr="000000"/>
                  </a:solidFill>
                </a:rPr>
                <a:t>Care Information Management</a:t>
              </a:r>
            </a:p>
          </p:txBody>
        </p:sp>
      </p:grpSp>
      <p:grpSp>
        <p:nvGrpSpPr>
          <p:cNvPr id="13" name="Group 12">
            <a:extLst>
              <a:ext uri="{FF2B5EF4-FFF2-40B4-BE49-F238E27FC236}">
                <a16:creationId xmlns:a16="http://schemas.microsoft.com/office/drawing/2014/main" id="{FB89724E-99FD-2B7C-F9F1-7BD523D3E3D1}"/>
              </a:ext>
            </a:extLst>
          </p:cNvPr>
          <p:cNvGrpSpPr/>
          <p:nvPr/>
        </p:nvGrpSpPr>
        <p:grpSpPr>
          <a:xfrm>
            <a:off x="9338940" y="1355283"/>
            <a:ext cx="2168267" cy="2241209"/>
            <a:chOff x="3335520" y="1383769"/>
            <a:chExt cx="2168267" cy="2241209"/>
          </a:xfrm>
        </p:grpSpPr>
        <p:sp>
          <p:nvSpPr>
            <p:cNvPr id="7" name="Rectangle 6">
              <a:extLst>
                <a:ext uri="{FF2B5EF4-FFF2-40B4-BE49-F238E27FC236}">
                  <a16:creationId xmlns:a16="http://schemas.microsoft.com/office/drawing/2014/main" id="{743D84E8-C952-D262-8BDE-0D53A4F408FA}"/>
                </a:ext>
              </a:extLst>
            </p:cNvPr>
            <p:cNvSpPr/>
            <p:nvPr/>
          </p:nvSpPr>
          <p:spPr>
            <a:xfrm>
              <a:off x="3335520" y="1383769"/>
              <a:ext cx="2168267" cy="876701"/>
            </a:xfrm>
            <a:prstGeom prst="rect">
              <a:avLst/>
            </a:prstGeom>
            <a:solidFill>
              <a:srgbClr val="C04F14"/>
            </a:solidFill>
            <a:ln w="381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Contract Management</a:t>
              </a:r>
            </a:p>
          </p:txBody>
        </p:sp>
        <p:sp>
          <p:nvSpPr>
            <p:cNvPr id="24" name="Rectangle 23">
              <a:extLst>
                <a:ext uri="{FF2B5EF4-FFF2-40B4-BE49-F238E27FC236}">
                  <a16:creationId xmlns:a16="http://schemas.microsoft.com/office/drawing/2014/main" id="{9459C16D-9BB5-2AB8-3B82-A7AAD47E0337}"/>
                </a:ext>
              </a:extLst>
            </p:cNvPr>
            <p:cNvSpPr>
              <a:spLocks/>
            </p:cNvSpPr>
            <p:nvPr/>
          </p:nvSpPr>
          <p:spPr>
            <a:xfrm>
              <a:off x="3335520" y="2253378"/>
              <a:ext cx="2168267" cy="1371600"/>
            </a:xfrm>
            <a:prstGeom prst="rect">
              <a:avLst/>
            </a:prstGeom>
            <a:solidFill>
              <a:schemeClr val="bg1">
                <a:lumMod val="95000"/>
              </a:schemeClr>
            </a:solidFill>
            <a:ln w="381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171450" indent="-171450">
                <a:buFont typeface="Arial" panose="020B0604020202020204" pitchFamily="34" charset="0"/>
                <a:buChar char="•"/>
              </a:pPr>
              <a:r>
                <a:rPr lang="en-US" sz="1200" b="1" dirty="0">
                  <a:solidFill>
                    <a:sysClr val="windowText" lastClr="000000"/>
                  </a:solidFill>
                </a:rPr>
                <a:t>Contract Lifecycle Management</a:t>
              </a:r>
            </a:p>
            <a:p>
              <a:pPr marL="171450" indent="-171450">
                <a:buFont typeface="Arial" panose="020B0604020202020204" pitchFamily="34" charset="0"/>
                <a:buChar char="•"/>
              </a:pPr>
              <a:r>
                <a:rPr lang="en-US" sz="1200" b="1" dirty="0">
                  <a:solidFill>
                    <a:sysClr val="windowText" lastClr="000000"/>
                  </a:solidFill>
                </a:rPr>
                <a:t>Contractor Management</a:t>
              </a:r>
            </a:p>
            <a:p>
              <a:pPr marL="171450" indent="-171450">
                <a:buFont typeface="Arial" panose="020B0604020202020204" pitchFamily="34" charset="0"/>
                <a:buChar char="•"/>
              </a:pPr>
              <a:r>
                <a:rPr lang="en-US" sz="1200" b="1" dirty="0">
                  <a:solidFill>
                    <a:sysClr val="windowText" lastClr="000000"/>
                  </a:solidFill>
                  <a:latin typeface="Aptos"/>
                  <a:cs typeface="Segoe UI"/>
                </a:rPr>
                <a:t>Contractor Support Management</a:t>
              </a:r>
            </a:p>
            <a:p>
              <a:pPr marL="171450" indent="-171450">
                <a:buFont typeface="Arial" panose="020B0604020202020204" pitchFamily="34" charset="0"/>
                <a:buChar char="•"/>
              </a:pPr>
              <a:r>
                <a:rPr lang="en-US" sz="1200" b="1" dirty="0">
                  <a:solidFill>
                    <a:sysClr val="windowText" lastClr="000000"/>
                  </a:solidFill>
                  <a:latin typeface="Aptos"/>
                  <a:cs typeface="Segoe UI"/>
                </a:rPr>
                <a:t>Contract Information Management</a:t>
              </a:r>
            </a:p>
          </p:txBody>
        </p:sp>
      </p:grpSp>
      <p:grpSp>
        <p:nvGrpSpPr>
          <p:cNvPr id="15" name="Group 14">
            <a:extLst>
              <a:ext uri="{FF2B5EF4-FFF2-40B4-BE49-F238E27FC236}">
                <a16:creationId xmlns:a16="http://schemas.microsoft.com/office/drawing/2014/main" id="{11C8A011-DF07-643A-953D-08D74533011C}"/>
              </a:ext>
            </a:extLst>
          </p:cNvPr>
          <p:cNvGrpSpPr/>
          <p:nvPr/>
        </p:nvGrpSpPr>
        <p:grpSpPr>
          <a:xfrm>
            <a:off x="6684742" y="4332069"/>
            <a:ext cx="2168268" cy="1970593"/>
            <a:chOff x="781022" y="4203881"/>
            <a:chExt cx="2168268" cy="1970593"/>
          </a:xfrm>
        </p:grpSpPr>
        <p:sp>
          <p:nvSpPr>
            <p:cNvPr id="8" name="Rectangle 7">
              <a:extLst>
                <a:ext uri="{FF2B5EF4-FFF2-40B4-BE49-F238E27FC236}">
                  <a16:creationId xmlns:a16="http://schemas.microsoft.com/office/drawing/2014/main" id="{EDD65D4A-3BE2-89DD-BBD2-8165E170E023}"/>
                </a:ext>
              </a:extLst>
            </p:cNvPr>
            <p:cNvSpPr/>
            <p:nvPr/>
          </p:nvSpPr>
          <p:spPr>
            <a:xfrm>
              <a:off x="781023" y="4203881"/>
              <a:ext cx="2168267" cy="876701"/>
            </a:xfrm>
            <a:prstGeom prst="rect">
              <a:avLst/>
            </a:prstGeom>
            <a:solidFill>
              <a:srgbClr val="C04F14"/>
            </a:solidFill>
            <a:ln w="381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Pharmacy Management</a:t>
              </a:r>
            </a:p>
          </p:txBody>
        </p:sp>
        <p:sp>
          <p:nvSpPr>
            <p:cNvPr id="25" name="Rectangle 24">
              <a:extLst>
                <a:ext uri="{FF2B5EF4-FFF2-40B4-BE49-F238E27FC236}">
                  <a16:creationId xmlns:a16="http://schemas.microsoft.com/office/drawing/2014/main" id="{7F22C334-18C6-0FC8-7FCC-B0F1AC6766E1}"/>
                </a:ext>
              </a:extLst>
            </p:cNvPr>
            <p:cNvSpPr>
              <a:spLocks/>
            </p:cNvSpPr>
            <p:nvPr/>
          </p:nvSpPr>
          <p:spPr>
            <a:xfrm>
              <a:off x="781022" y="5080611"/>
              <a:ext cx="2168267" cy="1093863"/>
            </a:xfrm>
            <a:prstGeom prst="rect">
              <a:avLst/>
            </a:prstGeom>
            <a:solidFill>
              <a:schemeClr val="bg1">
                <a:lumMod val="95000"/>
              </a:schemeClr>
            </a:solidFill>
            <a:ln w="381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171450" indent="-171450">
                <a:buFont typeface="Arial" panose="020B0604020202020204" pitchFamily="34" charset="0"/>
                <a:buChar char="•"/>
              </a:pPr>
              <a:r>
                <a:rPr lang="en-US" sz="1200" b="1" dirty="0">
                  <a:solidFill>
                    <a:sysClr val="windowText" lastClr="000000"/>
                  </a:solidFill>
                </a:rPr>
                <a:t>Pharmacy Benefit Administration</a:t>
              </a:r>
            </a:p>
            <a:p>
              <a:pPr marL="171450" indent="-171450">
                <a:buFont typeface="Arial" panose="020B0604020202020204" pitchFamily="34" charset="0"/>
                <a:buChar char="•"/>
              </a:pPr>
              <a:r>
                <a:rPr lang="en-US" sz="1200" b="1" dirty="0">
                  <a:solidFill>
                    <a:sysClr val="windowText" lastClr="000000"/>
                  </a:solidFill>
                </a:rPr>
                <a:t>Drug Monitoring Oversight</a:t>
              </a:r>
            </a:p>
            <a:p>
              <a:pPr marL="171450" indent="-171450">
                <a:buFont typeface="Arial" panose="020B0604020202020204" pitchFamily="34" charset="0"/>
                <a:buChar char="•"/>
              </a:pPr>
              <a:r>
                <a:rPr lang="en-US" sz="1200" b="1" dirty="0">
                  <a:solidFill>
                    <a:sysClr val="windowText" lastClr="000000"/>
                  </a:solidFill>
                </a:rPr>
                <a:t>Pharmacy Information Management</a:t>
              </a:r>
            </a:p>
          </p:txBody>
        </p:sp>
      </p:grpSp>
      <p:grpSp>
        <p:nvGrpSpPr>
          <p:cNvPr id="14" name="Group 13">
            <a:extLst>
              <a:ext uri="{FF2B5EF4-FFF2-40B4-BE49-F238E27FC236}">
                <a16:creationId xmlns:a16="http://schemas.microsoft.com/office/drawing/2014/main" id="{7D61A0F0-8125-0F74-5006-3F2F64280232}"/>
              </a:ext>
            </a:extLst>
          </p:cNvPr>
          <p:cNvGrpSpPr/>
          <p:nvPr/>
        </p:nvGrpSpPr>
        <p:grpSpPr>
          <a:xfrm>
            <a:off x="543894" y="2536928"/>
            <a:ext cx="2289333" cy="2746805"/>
            <a:chOff x="3221576" y="3726218"/>
            <a:chExt cx="2289333" cy="2746805"/>
          </a:xfrm>
        </p:grpSpPr>
        <p:sp>
          <p:nvSpPr>
            <p:cNvPr id="10" name="Rectangle 9">
              <a:extLst>
                <a:ext uri="{FF2B5EF4-FFF2-40B4-BE49-F238E27FC236}">
                  <a16:creationId xmlns:a16="http://schemas.microsoft.com/office/drawing/2014/main" id="{D7FE2D49-79C2-B5FF-0976-C9BF664579F1}"/>
                </a:ext>
              </a:extLst>
            </p:cNvPr>
            <p:cNvSpPr/>
            <p:nvPr/>
          </p:nvSpPr>
          <p:spPr>
            <a:xfrm>
              <a:off x="3221576" y="3726218"/>
              <a:ext cx="2289332" cy="890943"/>
            </a:xfrm>
            <a:prstGeom prst="rect">
              <a:avLst/>
            </a:prstGeom>
            <a:solidFill>
              <a:srgbClr val="C04F14"/>
            </a:solidFill>
            <a:ln w="381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Financial Management</a:t>
              </a:r>
            </a:p>
          </p:txBody>
        </p:sp>
        <p:sp>
          <p:nvSpPr>
            <p:cNvPr id="26" name="Rectangle 25">
              <a:extLst>
                <a:ext uri="{FF2B5EF4-FFF2-40B4-BE49-F238E27FC236}">
                  <a16:creationId xmlns:a16="http://schemas.microsoft.com/office/drawing/2014/main" id="{6E7F57D8-4B9B-86A2-44CC-4DAB5BAA596F}"/>
                </a:ext>
              </a:extLst>
            </p:cNvPr>
            <p:cNvSpPr>
              <a:spLocks/>
            </p:cNvSpPr>
            <p:nvPr/>
          </p:nvSpPr>
          <p:spPr>
            <a:xfrm>
              <a:off x="3221578" y="4617162"/>
              <a:ext cx="2289331" cy="1855861"/>
            </a:xfrm>
            <a:prstGeom prst="rect">
              <a:avLst/>
            </a:prstGeom>
            <a:solidFill>
              <a:schemeClr val="bg1">
                <a:lumMod val="95000"/>
              </a:schemeClr>
            </a:solidFill>
            <a:ln w="381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171450" indent="-171450">
                <a:buFont typeface="Arial" panose="020B0604020202020204" pitchFamily="34" charset="0"/>
                <a:buChar char="•"/>
              </a:pPr>
              <a:r>
                <a:rPr lang="en-US" sz="1200" b="1" dirty="0">
                  <a:solidFill>
                    <a:sysClr val="windowText" lastClr="000000"/>
                  </a:solidFill>
                </a:rPr>
                <a:t>Accounts Receivable Management </a:t>
              </a:r>
            </a:p>
            <a:p>
              <a:pPr marL="171450" indent="-171450">
                <a:buFont typeface="Arial" panose="020B0604020202020204" pitchFamily="34" charset="0"/>
                <a:buChar char="•"/>
              </a:pPr>
              <a:r>
                <a:rPr lang="en-US" sz="1200" b="1" dirty="0">
                  <a:solidFill>
                    <a:sysClr val="windowText" lastClr="000000"/>
                  </a:solidFill>
                </a:rPr>
                <a:t>Accounts Payable Management</a:t>
              </a:r>
            </a:p>
            <a:p>
              <a:pPr marL="171450" indent="-171450">
                <a:buFont typeface="Arial" panose="020B0604020202020204" pitchFamily="34" charset="0"/>
                <a:buChar char="•"/>
              </a:pPr>
              <a:r>
                <a:rPr lang="en-US" sz="1200" b="1" dirty="0">
                  <a:solidFill>
                    <a:sysClr val="windowText" lastClr="000000"/>
                  </a:solidFill>
                </a:rPr>
                <a:t>Fiscal/Budget Management</a:t>
              </a:r>
              <a:endParaRPr lang="en-US" dirty="0">
                <a:solidFill>
                  <a:sysClr val="windowText" lastClr="000000"/>
                </a:solidFill>
              </a:endParaRPr>
            </a:p>
            <a:p>
              <a:pPr marL="171450" indent="-171450">
                <a:buFont typeface="Arial" panose="020B0604020202020204" pitchFamily="34" charset="0"/>
                <a:buChar char="•"/>
              </a:pPr>
              <a:r>
                <a:rPr lang="en-US" sz="1200" b="1" dirty="0">
                  <a:solidFill>
                    <a:sysClr val="windowText" lastClr="000000"/>
                  </a:solidFill>
                </a:rPr>
                <a:t>Fund Management</a:t>
              </a:r>
            </a:p>
            <a:p>
              <a:pPr marL="171450" indent="-171450">
                <a:buFont typeface="Arial" panose="020B0604020202020204" pitchFamily="34" charset="0"/>
                <a:buChar char="•"/>
              </a:pPr>
              <a:r>
                <a:rPr lang="en-US" sz="1200" b="1" dirty="0">
                  <a:solidFill>
                    <a:sysClr val="windowText" lastClr="000000"/>
                  </a:solidFill>
                </a:rPr>
                <a:t>Third Party Liability</a:t>
              </a:r>
            </a:p>
            <a:p>
              <a:pPr marL="171450" indent="-171450">
                <a:buFont typeface="Arial" panose="020B0604020202020204" pitchFamily="34" charset="0"/>
                <a:buChar char="•"/>
              </a:pPr>
              <a:r>
                <a:rPr lang="en-US" sz="1200" b="1" dirty="0">
                  <a:solidFill>
                    <a:sysClr val="windowText" lastClr="000000"/>
                  </a:solidFill>
                </a:rPr>
                <a:t>Financial Information Management</a:t>
              </a:r>
            </a:p>
          </p:txBody>
        </p:sp>
      </p:grpSp>
      <p:grpSp>
        <p:nvGrpSpPr>
          <p:cNvPr id="9" name="Group 8">
            <a:extLst>
              <a:ext uri="{FF2B5EF4-FFF2-40B4-BE49-F238E27FC236}">
                <a16:creationId xmlns:a16="http://schemas.microsoft.com/office/drawing/2014/main" id="{9712ED37-9FC1-0F85-738F-FAD0E4CFD083}"/>
              </a:ext>
            </a:extLst>
          </p:cNvPr>
          <p:cNvGrpSpPr/>
          <p:nvPr/>
        </p:nvGrpSpPr>
        <p:grpSpPr>
          <a:xfrm>
            <a:off x="3367242" y="4033429"/>
            <a:ext cx="2168267" cy="2390297"/>
            <a:chOff x="8836550" y="3912363"/>
            <a:chExt cx="2168267" cy="2390297"/>
          </a:xfrm>
        </p:grpSpPr>
        <p:sp>
          <p:nvSpPr>
            <p:cNvPr id="27" name="Rectangle 26">
              <a:extLst>
                <a:ext uri="{FF2B5EF4-FFF2-40B4-BE49-F238E27FC236}">
                  <a16:creationId xmlns:a16="http://schemas.microsoft.com/office/drawing/2014/main" id="{A0E27A94-BD4D-18ED-8CF7-91EEBFD91E97}"/>
                </a:ext>
              </a:extLst>
            </p:cNvPr>
            <p:cNvSpPr/>
            <p:nvPr/>
          </p:nvSpPr>
          <p:spPr>
            <a:xfrm>
              <a:off x="8836550" y="3912363"/>
              <a:ext cx="2168267" cy="876701"/>
            </a:xfrm>
            <a:prstGeom prst="rect">
              <a:avLst/>
            </a:prstGeom>
            <a:solidFill>
              <a:srgbClr val="C04F14"/>
            </a:solidFill>
            <a:ln w="381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Member Management</a:t>
              </a:r>
            </a:p>
          </p:txBody>
        </p:sp>
        <p:sp>
          <p:nvSpPr>
            <p:cNvPr id="28" name="Rectangle 27">
              <a:extLst>
                <a:ext uri="{FF2B5EF4-FFF2-40B4-BE49-F238E27FC236}">
                  <a16:creationId xmlns:a16="http://schemas.microsoft.com/office/drawing/2014/main" id="{B29787FD-93E4-A046-452D-62FD9917631C}"/>
                </a:ext>
              </a:extLst>
            </p:cNvPr>
            <p:cNvSpPr>
              <a:spLocks/>
            </p:cNvSpPr>
            <p:nvPr/>
          </p:nvSpPr>
          <p:spPr>
            <a:xfrm>
              <a:off x="8836550" y="4774851"/>
              <a:ext cx="2168267" cy="1527809"/>
            </a:xfrm>
            <a:prstGeom prst="rect">
              <a:avLst/>
            </a:prstGeom>
            <a:solidFill>
              <a:schemeClr val="bg1">
                <a:lumMod val="95000"/>
              </a:schemeClr>
            </a:solidFill>
            <a:ln w="381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171450" indent="-171450">
                <a:buFont typeface="Arial" panose="020B0604020202020204" pitchFamily="34" charset="0"/>
                <a:buChar char="•"/>
              </a:pPr>
              <a:r>
                <a:rPr lang="en-US" sz="1200" b="1" dirty="0">
                  <a:solidFill>
                    <a:sysClr val="windowText" lastClr="000000"/>
                  </a:solidFill>
                </a:rPr>
                <a:t>Member Eligibility </a:t>
              </a:r>
            </a:p>
            <a:p>
              <a:pPr marL="171450" indent="-171450">
                <a:buFont typeface="Arial" panose="020B0604020202020204" pitchFamily="34" charset="0"/>
                <a:buChar char="•"/>
              </a:pPr>
              <a:r>
                <a:rPr lang="en-US" sz="1200" b="1" dirty="0">
                  <a:solidFill>
                    <a:sysClr val="windowText" lastClr="000000"/>
                  </a:solidFill>
                </a:rPr>
                <a:t>Member Enrollment</a:t>
              </a:r>
            </a:p>
            <a:p>
              <a:pPr marL="171450" indent="-171450">
                <a:buFont typeface="Arial" panose="020B0604020202020204" pitchFamily="34" charset="0"/>
                <a:buChar char="•"/>
              </a:pPr>
              <a:r>
                <a:rPr lang="en-US" sz="1200" b="1" dirty="0">
                  <a:solidFill>
                    <a:sysClr val="windowText" lastClr="000000"/>
                  </a:solidFill>
                </a:rPr>
                <a:t>Member Support Management</a:t>
              </a:r>
            </a:p>
            <a:p>
              <a:pPr marL="171450" indent="-171450">
                <a:buFont typeface="Arial" panose="020B0604020202020204" pitchFamily="34" charset="0"/>
                <a:buChar char="•"/>
              </a:pPr>
              <a:r>
                <a:rPr lang="en-US" sz="1200" b="1" dirty="0">
                  <a:solidFill>
                    <a:sysClr val="windowText" lastClr="000000"/>
                  </a:solidFill>
                </a:rPr>
                <a:t>Member Information Management</a:t>
              </a:r>
            </a:p>
          </p:txBody>
        </p:sp>
      </p:grpSp>
      <p:sp>
        <p:nvSpPr>
          <p:cNvPr id="23" name="Title 1">
            <a:extLst>
              <a:ext uri="{FF2B5EF4-FFF2-40B4-BE49-F238E27FC236}">
                <a16:creationId xmlns:a16="http://schemas.microsoft.com/office/drawing/2014/main" id="{A219157B-ABDB-FBB2-5DA0-ADE0E6F2DF00}"/>
              </a:ext>
            </a:extLst>
          </p:cNvPr>
          <p:cNvSpPr txBox="1">
            <a:spLocks/>
          </p:cNvSpPr>
          <p:nvPr/>
        </p:nvSpPr>
        <p:spPr>
          <a:xfrm>
            <a:off x="838200" y="3511"/>
            <a:ext cx="10472872" cy="81993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Core Capabilities</a:t>
            </a:r>
          </a:p>
        </p:txBody>
      </p:sp>
    </p:spTree>
    <p:extLst>
      <p:ext uri="{BB962C8B-B14F-4D97-AF65-F5344CB8AC3E}">
        <p14:creationId xmlns:p14="http://schemas.microsoft.com/office/powerpoint/2010/main" val="17026317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D38FD-30F4-A0DC-D372-BB34A3E054BF}"/>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782AAEDC-3BE1-DFF9-F64A-DA6353719379}"/>
              </a:ext>
            </a:extLst>
          </p:cNvPr>
          <p:cNvSpPr/>
          <p:nvPr/>
        </p:nvSpPr>
        <p:spPr>
          <a:xfrm>
            <a:off x="606932" y="1031205"/>
            <a:ext cx="11015764" cy="4218658"/>
          </a:xfrm>
          <a:prstGeom prst="rect">
            <a:avLst/>
          </a:prstGeom>
          <a:solidFill>
            <a:schemeClr val="tx2">
              <a:lumMod val="50000"/>
              <a:lumOff val="50000"/>
            </a:schemeClr>
          </a:solidFill>
          <a:ln w="381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b="1" dirty="0"/>
              <a:t>Strategic</a:t>
            </a:r>
          </a:p>
        </p:txBody>
      </p:sp>
      <p:sp>
        <p:nvSpPr>
          <p:cNvPr id="14" name="Rectangle 13">
            <a:extLst>
              <a:ext uri="{FF2B5EF4-FFF2-40B4-BE49-F238E27FC236}">
                <a16:creationId xmlns:a16="http://schemas.microsoft.com/office/drawing/2014/main" id="{1AC4B560-DE4D-705F-B972-687C7643B44B}"/>
              </a:ext>
            </a:extLst>
          </p:cNvPr>
          <p:cNvSpPr/>
          <p:nvPr/>
        </p:nvSpPr>
        <p:spPr>
          <a:xfrm>
            <a:off x="606932" y="3768453"/>
            <a:ext cx="11015764" cy="3008003"/>
          </a:xfrm>
          <a:prstGeom prst="rect">
            <a:avLst/>
          </a:prstGeom>
          <a:solidFill>
            <a:schemeClr val="tx2">
              <a:lumMod val="75000"/>
              <a:lumOff val="25000"/>
            </a:schemeClr>
          </a:solidFill>
          <a:ln w="381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b="1" dirty="0"/>
              <a:t>Support</a:t>
            </a:r>
          </a:p>
        </p:txBody>
      </p:sp>
      <p:sp>
        <p:nvSpPr>
          <p:cNvPr id="2" name="Title 1">
            <a:extLst>
              <a:ext uri="{FF2B5EF4-FFF2-40B4-BE49-F238E27FC236}">
                <a16:creationId xmlns:a16="http://schemas.microsoft.com/office/drawing/2014/main" id="{D13571C9-436B-DC72-88D2-8A4F570800FE}"/>
              </a:ext>
            </a:extLst>
          </p:cNvPr>
          <p:cNvSpPr>
            <a:spLocks noGrp="1"/>
          </p:cNvSpPr>
          <p:nvPr>
            <p:ph type="title"/>
          </p:nvPr>
        </p:nvSpPr>
        <p:spPr>
          <a:xfrm>
            <a:off x="838200" y="3511"/>
            <a:ext cx="10472872" cy="819937"/>
          </a:xfrm>
        </p:spPr>
        <p:txBody>
          <a:bodyPr/>
          <a:lstStyle/>
          <a:p>
            <a:r>
              <a:rPr lang="en-US" dirty="0"/>
              <a:t>Strategic and Support Capabilities</a:t>
            </a:r>
          </a:p>
        </p:txBody>
      </p:sp>
      <p:grpSp>
        <p:nvGrpSpPr>
          <p:cNvPr id="11" name="Group 10">
            <a:extLst>
              <a:ext uri="{FF2B5EF4-FFF2-40B4-BE49-F238E27FC236}">
                <a16:creationId xmlns:a16="http://schemas.microsoft.com/office/drawing/2014/main" id="{F0004321-0BA4-C023-E339-222622151C3F}"/>
              </a:ext>
            </a:extLst>
          </p:cNvPr>
          <p:cNvGrpSpPr/>
          <p:nvPr/>
        </p:nvGrpSpPr>
        <p:grpSpPr>
          <a:xfrm>
            <a:off x="5070142" y="1343674"/>
            <a:ext cx="2182644" cy="2375108"/>
            <a:chOff x="3389255" y="1591686"/>
            <a:chExt cx="2182644" cy="2375108"/>
          </a:xfrm>
        </p:grpSpPr>
        <p:sp>
          <p:nvSpPr>
            <p:cNvPr id="6" name="Rectangle 5">
              <a:extLst>
                <a:ext uri="{FF2B5EF4-FFF2-40B4-BE49-F238E27FC236}">
                  <a16:creationId xmlns:a16="http://schemas.microsoft.com/office/drawing/2014/main" id="{86D71453-3FDA-380F-E3E2-93014E0C8D24}"/>
                </a:ext>
              </a:extLst>
            </p:cNvPr>
            <p:cNvSpPr/>
            <p:nvPr/>
          </p:nvSpPr>
          <p:spPr>
            <a:xfrm>
              <a:off x="3399533" y="1591686"/>
              <a:ext cx="2168267" cy="876701"/>
            </a:xfrm>
            <a:prstGeom prst="rect">
              <a:avLst/>
            </a:prstGeom>
            <a:solidFill>
              <a:srgbClr val="C04F14"/>
            </a:solidFill>
            <a:ln w="381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t>Plan and Policy </a:t>
              </a:r>
              <a:endParaRPr lang="en-US" dirty="0"/>
            </a:p>
            <a:p>
              <a:pPr algn="ctr"/>
              <a:r>
                <a:rPr lang="en-US" b="1" dirty="0"/>
                <a:t>Management</a:t>
              </a:r>
              <a:endParaRPr lang="en-US" dirty="0"/>
            </a:p>
          </p:txBody>
        </p:sp>
        <p:sp>
          <p:nvSpPr>
            <p:cNvPr id="22" name="Rectangle 21">
              <a:extLst>
                <a:ext uri="{FF2B5EF4-FFF2-40B4-BE49-F238E27FC236}">
                  <a16:creationId xmlns:a16="http://schemas.microsoft.com/office/drawing/2014/main" id="{F90E00B3-595E-28A2-827C-24AB139EBC1C}"/>
                </a:ext>
              </a:extLst>
            </p:cNvPr>
            <p:cNvSpPr>
              <a:spLocks/>
            </p:cNvSpPr>
            <p:nvPr/>
          </p:nvSpPr>
          <p:spPr>
            <a:xfrm>
              <a:off x="3389255" y="2480176"/>
              <a:ext cx="2182644" cy="1486618"/>
            </a:xfrm>
            <a:prstGeom prst="rect">
              <a:avLst/>
            </a:prstGeom>
            <a:solidFill>
              <a:schemeClr val="bg1">
                <a:lumMod val="95000"/>
              </a:schemeClr>
            </a:solidFill>
            <a:ln w="381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Arial" panose="020B0604020202020204" pitchFamily="34" charset="0"/>
                <a:buChar char="•"/>
              </a:pPr>
              <a:r>
                <a:rPr lang="en-US" sz="1200" b="1" dirty="0">
                  <a:solidFill>
                    <a:sysClr val="windowText" lastClr="000000"/>
                  </a:solidFill>
                </a:rPr>
                <a:t>Health Plan Administration</a:t>
              </a:r>
            </a:p>
            <a:p>
              <a:pPr marL="285750" indent="-285750">
                <a:buFont typeface="Arial" panose="020B0604020202020204" pitchFamily="34" charset="0"/>
                <a:buChar char="•"/>
              </a:pPr>
              <a:r>
                <a:rPr lang="en-US" sz="1200" b="1" dirty="0">
                  <a:solidFill>
                    <a:sysClr val="windowText" lastClr="000000"/>
                  </a:solidFill>
                </a:rPr>
                <a:t>Health Benefits Administration</a:t>
              </a:r>
            </a:p>
            <a:p>
              <a:pPr marL="285750" indent="-285750">
                <a:buFont typeface="Arial" panose="020B0604020202020204" pitchFamily="34" charset="0"/>
                <a:buChar char="•"/>
              </a:pPr>
              <a:r>
                <a:rPr lang="en-US" sz="1200" b="1" dirty="0">
                  <a:solidFill>
                    <a:sysClr val="windowText" lastClr="000000"/>
                  </a:solidFill>
                </a:rPr>
                <a:t>Program Administration</a:t>
              </a:r>
            </a:p>
            <a:p>
              <a:pPr marL="285750" indent="-285750">
                <a:buFont typeface="Arial" panose="020B0604020202020204" pitchFamily="34" charset="0"/>
                <a:buChar char="•"/>
              </a:pPr>
              <a:r>
                <a:rPr lang="en-US" sz="1200" b="1" dirty="0">
                  <a:solidFill>
                    <a:sysClr val="windowText" lastClr="000000"/>
                  </a:solidFill>
                </a:rPr>
                <a:t>Waiver Management</a:t>
              </a:r>
            </a:p>
            <a:p>
              <a:pPr marL="285750" indent="-285750">
                <a:buFont typeface="Arial" panose="020B0604020202020204" pitchFamily="34" charset="0"/>
                <a:buChar char="•"/>
              </a:pPr>
              <a:r>
                <a:rPr lang="en-US" sz="1200" b="1" dirty="0">
                  <a:solidFill>
                    <a:sysClr val="windowText" lastClr="000000"/>
                  </a:solidFill>
                </a:rPr>
                <a:t>Plan Information Management</a:t>
              </a:r>
            </a:p>
          </p:txBody>
        </p:sp>
      </p:grpSp>
      <p:grpSp>
        <p:nvGrpSpPr>
          <p:cNvPr id="21" name="Group 20">
            <a:extLst>
              <a:ext uri="{FF2B5EF4-FFF2-40B4-BE49-F238E27FC236}">
                <a16:creationId xmlns:a16="http://schemas.microsoft.com/office/drawing/2014/main" id="{03712CDE-5BD8-A0BD-4EF5-BAB0BAC18A07}"/>
              </a:ext>
            </a:extLst>
          </p:cNvPr>
          <p:cNvGrpSpPr/>
          <p:nvPr/>
        </p:nvGrpSpPr>
        <p:grpSpPr>
          <a:xfrm>
            <a:off x="6216489" y="4266039"/>
            <a:ext cx="2168267" cy="2236023"/>
            <a:chOff x="3780937" y="4401347"/>
            <a:chExt cx="2168267" cy="2236023"/>
          </a:xfrm>
        </p:grpSpPr>
        <p:sp>
          <p:nvSpPr>
            <p:cNvPr id="9" name="Rectangle 8">
              <a:extLst>
                <a:ext uri="{FF2B5EF4-FFF2-40B4-BE49-F238E27FC236}">
                  <a16:creationId xmlns:a16="http://schemas.microsoft.com/office/drawing/2014/main" id="{C0B56BBD-97C0-6386-1081-6AEA9A0C5C93}"/>
                </a:ext>
              </a:extLst>
            </p:cNvPr>
            <p:cNvSpPr/>
            <p:nvPr/>
          </p:nvSpPr>
          <p:spPr>
            <a:xfrm>
              <a:off x="3780937" y="4401347"/>
              <a:ext cx="2168267" cy="876701"/>
            </a:xfrm>
            <a:prstGeom prst="rect">
              <a:avLst/>
            </a:prstGeom>
            <a:solidFill>
              <a:srgbClr val="C04F14"/>
            </a:solidFill>
            <a:ln w="381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t>Compliance Management</a:t>
              </a:r>
            </a:p>
          </p:txBody>
        </p:sp>
        <p:sp>
          <p:nvSpPr>
            <p:cNvPr id="23" name="Rectangle 22">
              <a:extLst>
                <a:ext uri="{FF2B5EF4-FFF2-40B4-BE49-F238E27FC236}">
                  <a16:creationId xmlns:a16="http://schemas.microsoft.com/office/drawing/2014/main" id="{1C6D087F-E354-DAC8-68C7-5187FE205BBB}"/>
                </a:ext>
              </a:extLst>
            </p:cNvPr>
            <p:cNvSpPr>
              <a:spLocks/>
            </p:cNvSpPr>
            <p:nvPr/>
          </p:nvSpPr>
          <p:spPr>
            <a:xfrm>
              <a:off x="3780937" y="5265770"/>
              <a:ext cx="2168267" cy="1371600"/>
            </a:xfrm>
            <a:prstGeom prst="rect">
              <a:avLst/>
            </a:prstGeom>
            <a:solidFill>
              <a:schemeClr val="bg1">
                <a:lumMod val="95000"/>
              </a:schemeClr>
            </a:solidFill>
            <a:ln w="381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171450" indent="-171450">
                <a:buFont typeface="Arial" panose="020B0604020202020204" pitchFamily="34" charset="0"/>
                <a:buChar char="•"/>
              </a:pPr>
              <a:r>
                <a:rPr lang="en-US" sz="1200" b="1" dirty="0">
                  <a:solidFill>
                    <a:sysClr val="windowText" lastClr="000000"/>
                  </a:solidFill>
                </a:rPr>
                <a:t>Program Monitoring Management</a:t>
              </a:r>
            </a:p>
            <a:p>
              <a:pPr marL="171450" indent="-171450">
                <a:buFont typeface="Arial" panose="020B0604020202020204" pitchFamily="34" charset="0"/>
                <a:buChar char="•"/>
              </a:pPr>
              <a:r>
                <a:rPr lang="en-US" sz="1200" b="1" dirty="0">
                  <a:solidFill>
                    <a:sysClr val="windowText" lastClr="000000"/>
                  </a:solidFill>
                </a:rPr>
                <a:t>Program Performance Evaluation</a:t>
              </a:r>
            </a:p>
            <a:p>
              <a:pPr marL="171450" indent="-171450">
                <a:buFont typeface="Arial" panose="020B0604020202020204" pitchFamily="34" charset="0"/>
                <a:buChar char="•"/>
              </a:pPr>
              <a:r>
                <a:rPr lang="en-US" sz="1200" b="1" dirty="0">
                  <a:solidFill>
                    <a:sysClr val="windowText" lastClr="000000"/>
                  </a:solidFill>
                </a:rPr>
                <a:t>Compliance Information Management</a:t>
              </a:r>
            </a:p>
          </p:txBody>
        </p:sp>
      </p:grpSp>
      <p:grpSp>
        <p:nvGrpSpPr>
          <p:cNvPr id="25" name="Group 24">
            <a:extLst>
              <a:ext uri="{FF2B5EF4-FFF2-40B4-BE49-F238E27FC236}">
                <a16:creationId xmlns:a16="http://schemas.microsoft.com/office/drawing/2014/main" id="{503A9EF0-0D16-C889-9D27-7F4277EE949F}"/>
              </a:ext>
            </a:extLst>
          </p:cNvPr>
          <p:cNvGrpSpPr/>
          <p:nvPr/>
        </p:nvGrpSpPr>
        <p:grpSpPr>
          <a:xfrm>
            <a:off x="3731088" y="4266039"/>
            <a:ext cx="2168267" cy="2383638"/>
            <a:chOff x="985426" y="4296460"/>
            <a:chExt cx="2168267" cy="2383638"/>
          </a:xfrm>
        </p:grpSpPr>
        <p:sp>
          <p:nvSpPr>
            <p:cNvPr id="7" name="Rectangle 6">
              <a:extLst>
                <a:ext uri="{FF2B5EF4-FFF2-40B4-BE49-F238E27FC236}">
                  <a16:creationId xmlns:a16="http://schemas.microsoft.com/office/drawing/2014/main" id="{27415697-093E-B526-6ECA-97C215E9D5C7}"/>
                </a:ext>
              </a:extLst>
            </p:cNvPr>
            <p:cNvSpPr/>
            <p:nvPr/>
          </p:nvSpPr>
          <p:spPr>
            <a:xfrm>
              <a:off x="985426" y="4296460"/>
              <a:ext cx="2168267" cy="876701"/>
            </a:xfrm>
            <a:prstGeom prst="rect">
              <a:avLst/>
            </a:prstGeom>
            <a:solidFill>
              <a:srgbClr val="C04F14"/>
            </a:solidFill>
            <a:ln w="381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t>Communication </a:t>
              </a:r>
              <a:endParaRPr lang="en-US" dirty="0"/>
            </a:p>
            <a:p>
              <a:pPr algn="ctr"/>
              <a:r>
                <a:rPr lang="en-US" b="1" dirty="0"/>
                <a:t>Management</a:t>
              </a:r>
              <a:endParaRPr lang="en-US" dirty="0"/>
            </a:p>
          </p:txBody>
        </p:sp>
        <p:sp>
          <p:nvSpPr>
            <p:cNvPr id="24" name="Rectangle 23">
              <a:extLst>
                <a:ext uri="{FF2B5EF4-FFF2-40B4-BE49-F238E27FC236}">
                  <a16:creationId xmlns:a16="http://schemas.microsoft.com/office/drawing/2014/main" id="{B32CBDA3-2B18-AE3B-6C4E-07F9C3EB0D99}"/>
                </a:ext>
              </a:extLst>
            </p:cNvPr>
            <p:cNvSpPr>
              <a:spLocks/>
            </p:cNvSpPr>
            <p:nvPr/>
          </p:nvSpPr>
          <p:spPr>
            <a:xfrm>
              <a:off x="985426" y="5180311"/>
              <a:ext cx="2168267" cy="1499787"/>
            </a:xfrm>
            <a:prstGeom prst="rect">
              <a:avLst/>
            </a:prstGeom>
            <a:solidFill>
              <a:schemeClr val="bg1">
                <a:lumMod val="95000"/>
              </a:schemeClr>
            </a:solidFill>
            <a:ln w="381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171450" indent="-171450">
                <a:buFont typeface="Arial" panose="020B0604020202020204" pitchFamily="34" charset="0"/>
                <a:buChar char="•"/>
              </a:pPr>
              <a:r>
                <a:rPr lang="en-US" sz="1200" b="1" dirty="0">
                  <a:solidFill>
                    <a:sysClr val="windowText" lastClr="000000"/>
                  </a:solidFill>
                </a:rPr>
                <a:t>Communication Development</a:t>
              </a:r>
            </a:p>
            <a:p>
              <a:pPr marL="171450" indent="-171450">
                <a:buFont typeface="Arial" panose="020B0604020202020204" pitchFamily="34" charset="0"/>
                <a:buChar char="•"/>
              </a:pPr>
              <a:r>
                <a:rPr lang="en-US" sz="1200" b="1" dirty="0">
                  <a:solidFill>
                    <a:sysClr val="windowText" lastClr="000000"/>
                  </a:solidFill>
                </a:rPr>
                <a:t>Communication Intake</a:t>
              </a:r>
            </a:p>
            <a:p>
              <a:pPr marL="171450" indent="-171450">
                <a:buFont typeface="Arial" panose="020B0604020202020204" pitchFamily="34" charset="0"/>
                <a:buChar char="•"/>
              </a:pPr>
              <a:r>
                <a:rPr lang="en-US" sz="1200" b="1" dirty="0">
                  <a:solidFill>
                    <a:sysClr val="windowText" lastClr="000000"/>
                  </a:solidFill>
                </a:rPr>
                <a:t>Communication Dissemination</a:t>
              </a:r>
            </a:p>
            <a:p>
              <a:pPr marL="171450" indent="-171450">
                <a:buFont typeface="Arial" panose="020B0604020202020204" pitchFamily="34" charset="0"/>
                <a:buChar char="•"/>
              </a:pPr>
              <a:r>
                <a:rPr lang="en-US" sz="1200" b="1" dirty="0">
                  <a:solidFill>
                    <a:sysClr val="windowText" lastClr="000000"/>
                  </a:solidFill>
                </a:rPr>
                <a:t>Public Affairs</a:t>
              </a:r>
            </a:p>
            <a:p>
              <a:pPr marL="171450" indent="-171450">
                <a:buFont typeface="Arial" panose="020B0604020202020204" pitchFamily="34" charset="0"/>
                <a:buChar char="•"/>
              </a:pPr>
              <a:r>
                <a:rPr lang="en-US" sz="1200" b="1" dirty="0">
                  <a:solidFill>
                    <a:sysClr val="windowText" lastClr="000000"/>
                  </a:solidFill>
                </a:rPr>
                <a:t>Communication Information Management</a:t>
              </a:r>
            </a:p>
          </p:txBody>
        </p:sp>
      </p:grpSp>
      <p:grpSp>
        <p:nvGrpSpPr>
          <p:cNvPr id="8" name="Group 7">
            <a:extLst>
              <a:ext uri="{FF2B5EF4-FFF2-40B4-BE49-F238E27FC236}">
                <a16:creationId xmlns:a16="http://schemas.microsoft.com/office/drawing/2014/main" id="{E12A905A-7785-7373-345F-7C622B110FF7}"/>
              </a:ext>
            </a:extLst>
          </p:cNvPr>
          <p:cNvGrpSpPr/>
          <p:nvPr/>
        </p:nvGrpSpPr>
        <p:grpSpPr>
          <a:xfrm>
            <a:off x="9132417" y="1319152"/>
            <a:ext cx="2168267" cy="2390730"/>
            <a:chOff x="6112903" y="1660984"/>
            <a:chExt cx="2168267" cy="2390730"/>
          </a:xfrm>
        </p:grpSpPr>
        <p:sp>
          <p:nvSpPr>
            <p:cNvPr id="10" name="Rectangle 9">
              <a:extLst>
                <a:ext uri="{FF2B5EF4-FFF2-40B4-BE49-F238E27FC236}">
                  <a16:creationId xmlns:a16="http://schemas.microsoft.com/office/drawing/2014/main" id="{80DEA04C-A452-6AD2-5420-26F99BD7A06B}"/>
                </a:ext>
              </a:extLst>
            </p:cNvPr>
            <p:cNvSpPr/>
            <p:nvPr/>
          </p:nvSpPr>
          <p:spPr>
            <a:xfrm>
              <a:off x="6112903" y="1660984"/>
              <a:ext cx="2168267" cy="876701"/>
            </a:xfrm>
            <a:prstGeom prst="rect">
              <a:avLst/>
            </a:prstGeom>
            <a:solidFill>
              <a:srgbClr val="C04F14"/>
            </a:solidFill>
            <a:ln w="381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t>Strategy and Planning </a:t>
              </a:r>
              <a:endParaRPr lang="en-US" dirty="0"/>
            </a:p>
            <a:p>
              <a:pPr algn="ctr"/>
              <a:r>
                <a:rPr lang="en-US" b="1" dirty="0"/>
                <a:t>Management</a:t>
              </a:r>
              <a:endParaRPr lang="en-US" dirty="0"/>
            </a:p>
          </p:txBody>
        </p:sp>
        <p:sp>
          <p:nvSpPr>
            <p:cNvPr id="26" name="Rectangle 25">
              <a:extLst>
                <a:ext uri="{FF2B5EF4-FFF2-40B4-BE49-F238E27FC236}">
                  <a16:creationId xmlns:a16="http://schemas.microsoft.com/office/drawing/2014/main" id="{E86EA63B-4E18-6D86-F56C-217E685562FA}"/>
                </a:ext>
              </a:extLst>
            </p:cNvPr>
            <p:cNvSpPr>
              <a:spLocks/>
            </p:cNvSpPr>
            <p:nvPr/>
          </p:nvSpPr>
          <p:spPr>
            <a:xfrm>
              <a:off x="6112903" y="2523443"/>
              <a:ext cx="2168267" cy="1528271"/>
            </a:xfrm>
            <a:prstGeom prst="rect">
              <a:avLst/>
            </a:prstGeom>
            <a:solidFill>
              <a:schemeClr val="bg1">
                <a:lumMod val="95000"/>
              </a:schemeClr>
            </a:solidFill>
            <a:ln w="381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171450" indent="-171450">
                <a:buFont typeface="Arial" panose="020B0604020202020204" pitchFamily="34" charset="0"/>
                <a:buChar char="•"/>
              </a:pPr>
              <a:r>
                <a:rPr lang="en-US" sz="1200" b="1" dirty="0">
                  <a:solidFill>
                    <a:sysClr val="windowText" lastClr="000000"/>
                  </a:solidFill>
                </a:rPr>
                <a:t>Strategic Plan Maintenance</a:t>
              </a:r>
            </a:p>
            <a:p>
              <a:pPr marL="171450" indent="-171450">
                <a:buFont typeface="Arial" panose="020B0604020202020204" pitchFamily="34" charset="0"/>
                <a:buChar char="•"/>
              </a:pPr>
              <a:r>
                <a:rPr lang="en-US" sz="1200" b="1" dirty="0">
                  <a:solidFill>
                    <a:sysClr val="windowText" lastClr="000000"/>
                  </a:solidFill>
                </a:rPr>
                <a:t>Strategic Roadmap Management</a:t>
              </a:r>
            </a:p>
            <a:p>
              <a:pPr marL="171450" indent="-171450">
                <a:buFont typeface="Arial" panose="020B0604020202020204" pitchFamily="34" charset="0"/>
                <a:buChar char="•"/>
              </a:pPr>
              <a:r>
                <a:rPr lang="en-US" sz="1200" b="1" dirty="0">
                  <a:solidFill>
                    <a:sysClr val="windowText" lastClr="000000"/>
                  </a:solidFill>
                </a:rPr>
                <a:t>Strategy Oversight &amp; Accountability</a:t>
              </a:r>
            </a:p>
            <a:p>
              <a:pPr marL="171450" indent="-171450">
                <a:buFont typeface="Arial" panose="020B0604020202020204" pitchFamily="34" charset="0"/>
                <a:buChar char="•"/>
              </a:pPr>
              <a:r>
                <a:rPr lang="en-US" sz="1200" b="1" dirty="0">
                  <a:solidFill>
                    <a:sysClr val="windowText" lastClr="000000"/>
                  </a:solidFill>
                  <a:latin typeface="Aptos"/>
                </a:rPr>
                <a:t>Strategy Information Management</a:t>
              </a:r>
            </a:p>
          </p:txBody>
        </p:sp>
      </p:grpSp>
      <p:grpSp>
        <p:nvGrpSpPr>
          <p:cNvPr id="5" name="Group 4">
            <a:extLst>
              <a:ext uri="{FF2B5EF4-FFF2-40B4-BE49-F238E27FC236}">
                <a16:creationId xmlns:a16="http://schemas.microsoft.com/office/drawing/2014/main" id="{9E63F9B5-EF95-9441-3815-4ABC9825EB96}"/>
              </a:ext>
            </a:extLst>
          </p:cNvPr>
          <p:cNvGrpSpPr/>
          <p:nvPr/>
        </p:nvGrpSpPr>
        <p:grpSpPr>
          <a:xfrm>
            <a:off x="999669" y="1390367"/>
            <a:ext cx="2168267" cy="2248301"/>
            <a:chOff x="8911650" y="1646740"/>
            <a:chExt cx="2168267" cy="2248301"/>
          </a:xfrm>
        </p:grpSpPr>
        <p:sp>
          <p:nvSpPr>
            <p:cNvPr id="3" name="Rectangle 2">
              <a:extLst>
                <a:ext uri="{FF2B5EF4-FFF2-40B4-BE49-F238E27FC236}">
                  <a16:creationId xmlns:a16="http://schemas.microsoft.com/office/drawing/2014/main" id="{26176567-24C4-13B1-D077-B90976C2975E}"/>
                </a:ext>
              </a:extLst>
            </p:cNvPr>
            <p:cNvSpPr/>
            <p:nvPr/>
          </p:nvSpPr>
          <p:spPr>
            <a:xfrm>
              <a:off x="8911650" y="1646740"/>
              <a:ext cx="2168267" cy="876701"/>
            </a:xfrm>
            <a:prstGeom prst="rect">
              <a:avLst/>
            </a:prstGeom>
            <a:solidFill>
              <a:srgbClr val="C04F14"/>
            </a:solidFill>
            <a:ln w="381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t>Enterprise Architecture</a:t>
              </a:r>
              <a:endParaRPr lang="en-US" dirty="0"/>
            </a:p>
          </p:txBody>
        </p:sp>
        <p:sp>
          <p:nvSpPr>
            <p:cNvPr id="4" name="Rectangle 3">
              <a:extLst>
                <a:ext uri="{FF2B5EF4-FFF2-40B4-BE49-F238E27FC236}">
                  <a16:creationId xmlns:a16="http://schemas.microsoft.com/office/drawing/2014/main" id="{124C3196-00E0-07E9-7F10-59755E2D10AC}"/>
                </a:ext>
              </a:extLst>
            </p:cNvPr>
            <p:cNvSpPr>
              <a:spLocks/>
            </p:cNvSpPr>
            <p:nvPr/>
          </p:nvSpPr>
          <p:spPr>
            <a:xfrm>
              <a:off x="8911650" y="2523441"/>
              <a:ext cx="2168267" cy="1371600"/>
            </a:xfrm>
            <a:prstGeom prst="rect">
              <a:avLst/>
            </a:prstGeom>
            <a:solidFill>
              <a:schemeClr val="bg1">
                <a:lumMod val="95000"/>
              </a:schemeClr>
            </a:solidFill>
            <a:ln w="381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171450" indent="-171450">
                <a:buFont typeface="Arial" panose="020B0604020202020204" pitchFamily="34" charset="0"/>
                <a:buChar char="•"/>
              </a:pPr>
              <a:r>
                <a:rPr lang="en-US" sz="1200" b="1" dirty="0">
                  <a:solidFill>
                    <a:sysClr val="windowText" lastClr="000000"/>
                  </a:solidFill>
                </a:rPr>
                <a:t>EA Planning</a:t>
              </a:r>
            </a:p>
            <a:p>
              <a:pPr marL="171450" indent="-171450">
                <a:buFont typeface="Arial" panose="020B0604020202020204" pitchFamily="34" charset="0"/>
                <a:buChar char="•"/>
              </a:pPr>
              <a:r>
                <a:rPr lang="en-US" sz="1200" b="1" dirty="0">
                  <a:solidFill>
                    <a:sysClr val="windowText" lastClr="000000"/>
                  </a:solidFill>
                </a:rPr>
                <a:t>EA Analysis</a:t>
              </a:r>
            </a:p>
            <a:p>
              <a:pPr marL="171450" indent="-171450">
                <a:buFont typeface="Arial" panose="020B0604020202020204" pitchFamily="34" charset="0"/>
                <a:buChar char="•"/>
              </a:pPr>
              <a:r>
                <a:rPr lang="en-US" sz="1200" b="1" dirty="0">
                  <a:solidFill>
                    <a:sysClr val="windowText" lastClr="000000"/>
                  </a:solidFill>
                </a:rPr>
                <a:t>EA Design</a:t>
              </a:r>
            </a:p>
            <a:p>
              <a:pPr marL="171450" indent="-171450">
                <a:buFont typeface="Arial" panose="020B0604020202020204" pitchFamily="34" charset="0"/>
                <a:buChar char="•"/>
              </a:pPr>
              <a:r>
                <a:rPr lang="en-US" sz="1200" b="1" dirty="0">
                  <a:solidFill>
                    <a:sysClr val="windowText" lastClr="000000"/>
                  </a:solidFill>
                </a:rPr>
                <a:t>EA Assessment</a:t>
              </a:r>
            </a:p>
            <a:p>
              <a:pPr marL="171450" indent="-171450">
                <a:buFont typeface="Arial" panose="020B0604020202020204" pitchFamily="34" charset="0"/>
                <a:buChar char="•"/>
              </a:pPr>
              <a:r>
                <a:rPr lang="en-US" sz="1200" b="1" dirty="0">
                  <a:solidFill>
                    <a:sysClr val="windowText" lastClr="000000"/>
                  </a:solidFill>
                </a:rPr>
                <a:t>EA Maintenance</a:t>
              </a:r>
            </a:p>
            <a:p>
              <a:pPr marL="171450" indent="-171450">
                <a:buFont typeface="Arial" panose="020B0604020202020204" pitchFamily="34" charset="0"/>
                <a:buChar char="•"/>
              </a:pPr>
              <a:r>
                <a:rPr lang="en-US" sz="1200" b="1" dirty="0">
                  <a:solidFill>
                    <a:sysClr val="windowText" lastClr="000000"/>
                  </a:solidFill>
                </a:rPr>
                <a:t>Enterprise Governance</a:t>
              </a:r>
            </a:p>
          </p:txBody>
        </p:sp>
      </p:grpSp>
      <p:grpSp>
        <p:nvGrpSpPr>
          <p:cNvPr id="20" name="Group 19">
            <a:extLst>
              <a:ext uri="{FF2B5EF4-FFF2-40B4-BE49-F238E27FC236}">
                <a16:creationId xmlns:a16="http://schemas.microsoft.com/office/drawing/2014/main" id="{3C93A128-C3D6-ACA9-0AA7-C4A0519A0BF1}"/>
              </a:ext>
            </a:extLst>
          </p:cNvPr>
          <p:cNvGrpSpPr/>
          <p:nvPr/>
        </p:nvGrpSpPr>
        <p:grpSpPr>
          <a:xfrm>
            <a:off x="754304" y="3945571"/>
            <a:ext cx="2666773" cy="2763010"/>
            <a:chOff x="6252095" y="4422712"/>
            <a:chExt cx="2168268" cy="2769205"/>
          </a:xfrm>
        </p:grpSpPr>
        <p:sp>
          <p:nvSpPr>
            <p:cNvPr id="13" name="Rectangle 12">
              <a:extLst>
                <a:ext uri="{FF2B5EF4-FFF2-40B4-BE49-F238E27FC236}">
                  <a16:creationId xmlns:a16="http://schemas.microsoft.com/office/drawing/2014/main" id="{01790AAE-E146-3F7E-C892-8E9739642B0B}"/>
                </a:ext>
              </a:extLst>
            </p:cNvPr>
            <p:cNvSpPr/>
            <p:nvPr/>
          </p:nvSpPr>
          <p:spPr>
            <a:xfrm>
              <a:off x="6252096" y="4422712"/>
              <a:ext cx="2168267" cy="876701"/>
            </a:xfrm>
            <a:prstGeom prst="rect">
              <a:avLst/>
            </a:prstGeom>
            <a:solidFill>
              <a:srgbClr val="C04F14"/>
            </a:solidFill>
            <a:ln w="381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t>Data Management</a:t>
              </a:r>
            </a:p>
          </p:txBody>
        </p:sp>
        <p:sp>
          <p:nvSpPr>
            <p:cNvPr id="15" name="Rectangle 14">
              <a:extLst>
                <a:ext uri="{FF2B5EF4-FFF2-40B4-BE49-F238E27FC236}">
                  <a16:creationId xmlns:a16="http://schemas.microsoft.com/office/drawing/2014/main" id="{B4FBBEFA-1430-1870-43EF-F9E235AF91A2}"/>
                </a:ext>
              </a:extLst>
            </p:cNvPr>
            <p:cNvSpPr>
              <a:spLocks/>
            </p:cNvSpPr>
            <p:nvPr/>
          </p:nvSpPr>
          <p:spPr>
            <a:xfrm>
              <a:off x="6252095" y="5294206"/>
              <a:ext cx="2168267" cy="1897711"/>
            </a:xfrm>
            <a:prstGeom prst="rect">
              <a:avLst/>
            </a:prstGeom>
            <a:solidFill>
              <a:schemeClr val="bg1">
                <a:lumMod val="95000"/>
              </a:schemeClr>
            </a:solidFill>
            <a:ln w="381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171450" indent="-171450">
                <a:buFont typeface="Arial" panose="020B0604020202020204" pitchFamily="34" charset="0"/>
                <a:buChar char="•"/>
              </a:pPr>
              <a:r>
                <a:rPr lang="en-US" sz="1000" b="1" dirty="0">
                  <a:solidFill>
                    <a:sysClr val="windowText" lastClr="000000"/>
                  </a:solidFill>
                </a:rPr>
                <a:t>Data Governance</a:t>
              </a:r>
            </a:p>
            <a:p>
              <a:pPr marL="171450" indent="-171450">
                <a:buFont typeface="Arial" panose="020B0604020202020204" pitchFamily="34" charset="0"/>
                <a:buChar char="•"/>
              </a:pPr>
              <a:r>
                <a:rPr lang="en-US" sz="1000" b="1" dirty="0">
                  <a:solidFill>
                    <a:sysClr val="windowText" lastClr="000000"/>
                  </a:solidFill>
                </a:rPr>
                <a:t>Data Storage, Operations, &amp; Warehousing</a:t>
              </a:r>
            </a:p>
            <a:p>
              <a:pPr marL="171450" indent="-171450">
                <a:buFont typeface="Arial" panose="020B0604020202020204" pitchFamily="34" charset="0"/>
                <a:buChar char="•"/>
              </a:pPr>
              <a:r>
                <a:rPr lang="en-US" sz="1000" b="1" dirty="0">
                  <a:solidFill>
                    <a:sysClr val="windowText" lastClr="000000"/>
                  </a:solidFill>
                </a:rPr>
                <a:t>Data Architecture, Modeling, &amp; Design</a:t>
              </a:r>
            </a:p>
            <a:p>
              <a:pPr marL="171450" indent="-171450">
                <a:buFont typeface="Arial" panose="020B0604020202020204" pitchFamily="34" charset="0"/>
                <a:buChar char="•"/>
              </a:pPr>
              <a:r>
                <a:rPr lang="en-US" sz="1000" b="1" dirty="0">
                  <a:solidFill>
                    <a:sysClr val="windowText" lastClr="000000"/>
                  </a:solidFill>
                </a:rPr>
                <a:t>Master Data Management</a:t>
              </a:r>
            </a:p>
            <a:p>
              <a:pPr marL="171450" indent="-171450">
                <a:buFont typeface="Arial" panose="020B0604020202020204" pitchFamily="34" charset="0"/>
                <a:buChar char="•"/>
              </a:pPr>
              <a:r>
                <a:rPr lang="en-US" sz="1000" b="1" dirty="0">
                  <a:solidFill>
                    <a:sysClr val="windowText" lastClr="000000"/>
                  </a:solidFill>
                </a:rPr>
                <a:t>Reference Data Management</a:t>
              </a:r>
            </a:p>
            <a:p>
              <a:pPr marL="171450" indent="-171450">
                <a:buFont typeface="Arial" panose="020B0604020202020204" pitchFamily="34" charset="0"/>
                <a:buChar char="•"/>
              </a:pPr>
              <a:r>
                <a:rPr lang="en-US" sz="1000" b="1" dirty="0">
                  <a:solidFill>
                    <a:sysClr val="windowText" lastClr="000000"/>
                  </a:solidFill>
                </a:rPr>
                <a:t>Reference Data Management</a:t>
              </a:r>
            </a:p>
            <a:p>
              <a:pPr marL="171450" indent="-171450">
                <a:buFont typeface="Arial" panose="020B0604020202020204" pitchFamily="34" charset="0"/>
                <a:buChar char="•"/>
              </a:pPr>
              <a:r>
                <a:rPr lang="en-US" sz="1000" b="1" dirty="0">
                  <a:solidFill>
                    <a:sysClr val="windowText" lastClr="000000"/>
                  </a:solidFill>
                </a:rPr>
                <a:t>Document &amp; Content Management</a:t>
              </a:r>
            </a:p>
            <a:p>
              <a:pPr marL="171450" indent="-171450">
                <a:buFont typeface="Arial" panose="020B0604020202020204" pitchFamily="34" charset="0"/>
                <a:buChar char="•"/>
              </a:pPr>
              <a:r>
                <a:rPr lang="en-US" sz="1000" b="1" dirty="0">
                  <a:solidFill>
                    <a:sysClr val="windowText" lastClr="000000"/>
                  </a:solidFill>
                </a:rPr>
                <a:t>Data Integration &amp; Interoperability</a:t>
              </a:r>
            </a:p>
            <a:p>
              <a:pPr marL="171450" indent="-171450">
                <a:buFont typeface="Arial" panose="020B0604020202020204" pitchFamily="34" charset="0"/>
                <a:buChar char="•"/>
              </a:pPr>
              <a:r>
                <a:rPr lang="en-US" sz="1000" b="1" dirty="0">
                  <a:solidFill>
                    <a:sysClr val="windowText" lastClr="000000"/>
                  </a:solidFill>
                </a:rPr>
                <a:t>Data Quality Management</a:t>
              </a:r>
            </a:p>
            <a:p>
              <a:pPr marL="171450" indent="-171450">
                <a:buFont typeface="Arial" panose="020B0604020202020204" pitchFamily="34" charset="0"/>
                <a:buChar char="•"/>
              </a:pPr>
              <a:r>
                <a:rPr lang="en-US" sz="1000" b="1" dirty="0">
                  <a:solidFill>
                    <a:sysClr val="windowText" lastClr="000000"/>
                  </a:solidFill>
                </a:rPr>
                <a:t>Data Security &amp; Privacy</a:t>
              </a:r>
            </a:p>
            <a:p>
              <a:pPr marL="171450" indent="-171450">
                <a:buFont typeface="Arial" panose="020B0604020202020204" pitchFamily="34" charset="0"/>
                <a:buChar char="•"/>
              </a:pPr>
              <a:r>
                <a:rPr lang="en-US" sz="1000" b="1" dirty="0">
                  <a:solidFill>
                    <a:sysClr val="windowText" lastClr="000000"/>
                  </a:solidFill>
                </a:rPr>
                <a:t>Metadata Management</a:t>
              </a:r>
            </a:p>
          </p:txBody>
        </p:sp>
      </p:grpSp>
      <p:grpSp>
        <p:nvGrpSpPr>
          <p:cNvPr id="19" name="Group 18">
            <a:extLst>
              <a:ext uri="{FF2B5EF4-FFF2-40B4-BE49-F238E27FC236}">
                <a16:creationId xmlns:a16="http://schemas.microsoft.com/office/drawing/2014/main" id="{E3A9E174-D105-C209-3234-C51A4652FCA7}"/>
              </a:ext>
            </a:extLst>
          </p:cNvPr>
          <p:cNvGrpSpPr/>
          <p:nvPr/>
        </p:nvGrpSpPr>
        <p:grpSpPr>
          <a:xfrm>
            <a:off x="8694768" y="3934889"/>
            <a:ext cx="2844809" cy="2784376"/>
            <a:chOff x="9029478" y="3895721"/>
            <a:chExt cx="2844809" cy="2784376"/>
          </a:xfrm>
        </p:grpSpPr>
        <p:sp>
          <p:nvSpPr>
            <p:cNvPr id="17" name="Rectangle 16">
              <a:extLst>
                <a:ext uri="{FF2B5EF4-FFF2-40B4-BE49-F238E27FC236}">
                  <a16:creationId xmlns:a16="http://schemas.microsoft.com/office/drawing/2014/main" id="{270471EA-8DA3-332F-A13B-6DF0C28CD6E1}"/>
                </a:ext>
              </a:extLst>
            </p:cNvPr>
            <p:cNvSpPr/>
            <p:nvPr/>
          </p:nvSpPr>
          <p:spPr>
            <a:xfrm>
              <a:off x="9029478" y="3895721"/>
              <a:ext cx="2844809" cy="876701"/>
            </a:xfrm>
            <a:prstGeom prst="rect">
              <a:avLst/>
            </a:prstGeom>
            <a:solidFill>
              <a:srgbClr val="C04F14"/>
            </a:solidFill>
            <a:ln w="381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t>Technology Management</a:t>
              </a:r>
            </a:p>
          </p:txBody>
        </p:sp>
        <p:sp>
          <p:nvSpPr>
            <p:cNvPr id="18" name="Rectangle 17">
              <a:extLst>
                <a:ext uri="{FF2B5EF4-FFF2-40B4-BE49-F238E27FC236}">
                  <a16:creationId xmlns:a16="http://schemas.microsoft.com/office/drawing/2014/main" id="{BB4B86C9-6C51-3B21-09E9-CBF2E01B737F}"/>
                </a:ext>
              </a:extLst>
            </p:cNvPr>
            <p:cNvSpPr>
              <a:spLocks/>
            </p:cNvSpPr>
            <p:nvPr/>
          </p:nvSpPr>
          <p:spPr>
            <a:xfrm>
              <a:off x="9029478" y="4767264"/>
              <a:ext cx="2844809" cy="1912833"/>
            </a:xfrm>
            <a:prstGeom prst="rect">
              <a:avLst/>
            </a:prstGeom>
            <a:solidFill>
              <a:schemeClr val="bg1">
                <a:lumMod val="95000"/>
              </a:schemeClr>
            </a:solidFill>
            <a:ln w="381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171450" indent="-171450">
                <a:buFont typeface="Arial" panose="020B0604020202020204" pitchFamily="34" charset="0"/>
                <a:buChar char="•"/>
              </a:pPr>
              <a:r>
                <a:rPr lang="en-US" sz="1000" b="1" dirty="0">
                  <a:solidFill>
                    <a:sysClr val="windowText" lastClr="000000"/>
                  </a:solidFill>
                </a:rPr>
                <a:t>Compute &amp; Storage</a:t>
              </a:r>
            </a:p>
            <a:p>
              <a:pPr marL="171450" indent="-171450">
                <a:buFont typeface="Arial" panose="020B0604020202020204" pitchFamily="34" charset="0"/>
                <a:buChar char="•"/>
              </a:pPr>
              <a:r>
                <a:rPr lang="en-US" sz="1000" b="1" dirty="0">
                  <a:solidFill>
                    <a:sysClr val="windowText" lastClr="000000"/>
                  </a:solidFill>
                </a:rPr>
                <a:t>Networking &amp; Technical Recover</a:t>
              </a:r>
            </a:p>
            <a:p>
              <a:pPr marL="171450" indent="-171450">
                <a:buFont typeface="Arial" panose="020B0604020202020204" pitchFamily="34" charset="0"/>
                <a:buChar char="•"/>
              </a:pPr>
              <a:r>
                <a:rPr lang="en-US" sz="1000" b="1" dirty="0">
                  <a:solidFill>
                    <a:sysClr val="windowText" lastClr="000000"/>
                  </a:solidFill>
                </a:rPr>
                <a:t>Identity, Access, &amp; Consent</a:t>
              </a:r>
            </a:p>
            <a:p>
              <a:pPr marL="171450" indent="-171450">
                <a:buFont typeface="Arial" panose="020B0604020202020204" pitchFamily="34" charset="0"/>
                <a:buChar char="•"/>
              </a:pPr>
              <a:r>
                <a:rPr lang="en-US" sz="1000" b="1" dirty="0">
                  <a:solidFill>
                    <a:sysClr val="windowText" lastClr="000000"/>
                  </a:solidFill>
                </a:rPr>
                <a:t>Security Protection &amp; Monitoring</a:t>
              </a:r>
            </a:p>
            <a:p>
              <a:pPr marL="171450" indent="-171450">
                <a:buFont typeface="Arial" panose="020B0604020202020204" pitchFamily="34" charset="0"/>
                <a:buChar char="•"/>
              </a:pPr>
              <a:r>
                <a:rPr lang="en-US" sz="1000" b="1" dirty="0">
                  <a:solidFill>
                    <a:sysClr val="windowText" lastClr="000000"/>
                  </a:solidFill>
                </a:rPr>
                <a:t>System Operations &amp; Monitoring</a:t>
              </a:r>
            </a:p>
            <a:p>
              <a:pPr marL="171450" indent="-171450">
                <a:buFont typeface="Arial" panose="020B0604020202020204" pitchFamily="34" charset="0"/>
                <a:buChar char="•"/>
              </a:pPr>
              <a:r>
                <a:rPr lang="en-US" sz="1000" b="1" dirty="0">
                  <a:solidFill>
                    <a:sysClr val="windowText" lastClr="000000"/>
                  </a:solidFill>
                </a:rPr>
                <a:t>Development, Testing, Release, &amp; Security Compliance</a:t>
              </a:r>
            </a:p>
            <a:p>
              <a:pPr marL="171450" indent="-171450">
                <a:buFont typeface="Arial" panose="020B0604020202020204" pitchFamily="34" charset="0"/>
                <a:buChar char="•"/>
              </a:pPr>
              <a:r>
                <a:rPr lang="en-US" sz="1000" b="1" dirty="0">
                  <a:solidFill>
                    <a:sysClr val="windowText" lastClr="000000"/>
                  </a:solidFill>
                </a:rPr>
                <a:t>API, Messaging, &amp; Integration</a:t>
              </a:r>
            </a:p>
            <a:p>
              <a:pPr marL="171450" indent="-171450">
                <a:buFont typeface="Arial" panose="020B0604020202020204" pitchFamily="34" charset="0"/>
                <a:buChar char="•"/>
              </a:pPr>
              <a:r>
                <a:rPr lang="en-US" sz="1000" b="1" dirty="0">
                  <a:solidFill>
                    <a:sysClr val="windowText" lastClr="000000"/>
                  </a:solidFill>
                </a:rPr>
                <a:t>Application Hosting and Platform Services</a:t>
              </a:r>
            </a:p>
            <a:p>
              <a:pPr marL="171450" indent="-171450">
                <a:buFont typeface="Arial" panose="020B0604020202020204" pitchFamily="34" charset="0"/>
                <a:buChar char="•"/>
              </a:pPr>
              <a:r>
                <a:rPr lang="en-US" sz="1000" b="1" dirty="0">
                  <a:solidFill>
                    <a:sysClr val="windowText" lastClr="000000"/>
                  </a:solidFill>
                </a:rPr>
                <a:t>Business Rules &amp; Workflows</a:t>
              </a:r>
            </a:p>
            <a:p>
              <a:pPr marL="171450" indent="-171450">
                <a:buFont typeface="Arial" panose="020B0604020202020204" pitchFamily="34" charset="0"/>
                <a:buChar char="•"/>
              </a:pPr>
              <a:r>
                <a:rPr lang="en-US" sz="1000" b="1" dirty="0">
                  <a:solidFill>
                    <a:sysClr val="windowText" lastClr="000000"/>
                  </a:solidFill>
                </a:rPr>
                <a:t>Modular Architecture</a:t>
              </a:r>
            </a:p>
            <a:p>
              <a:pPr marL="171450" indent="-171450">
                <a:buFont typeface="Arial" panose="020B0604020202020204" pitchFamily="34" charset="0"/>
                <a:buChar char="•"/>
              </a:pPr>
              <a:r>
                <a:rPr lang="en-US" sz="1000" b="1" dirty="0">
                  <a:solidFill>
                    <a:sysClr val="windowText" lastClr="000000"/>
                  </a:solidFill>
                </a:rPr>
                <a:t>User Interfaces &amp; Session Management</a:t>
              </a:r>
            </a:p>
          </p:txBody>
        </p:sp>
      </p:grpSp>
    </p:spTree>
    <p:extLst>
      <p:ext uri="{BB962C8B-B14F-4D97-AF65-F5344CB8AC3E}">
        <p14:creationId xmlns:p14="http://schemas.microsoft.com/office/powerpoint/2010/main" val="36490302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EA5FD-E2CC-2762-1C6A-8A6429F6E505}"/>
              </a:ext>
            </a:extLst>
          </p:cNvPr>
          <p:cNvSpPr>
            <a:spLocks noGrp="1"/>
          </p:cNvSpPr>
          <p:nvPr>
            <p:ph type="title"/>
          </p:nvPr>
        </p:nvSpPr>
        <p:spPr/>
        <p:txBody>
          <a:bodyPr/>
          <a:lstStyle/>
          <a:p>
            <a:r>
              <a:rPr lang="en-US" dirty="0"/>
              <a:t>Provider Management</a:t>
            </a:r>
          </a:p>
        </p:txBody>
      </p:sp>
      <p:sp>
        <p:nvSpPr>
          <p:cNvPr id="3" name="TextBox 2">
            <a:extLst>
              <a:ext uri="{FF2B5EF4-FFF2-40B4-BE49-F238E27FC236}">
                <a16:creationId xmlns:a16="http://schemas.microsoft.com/office/drawing/2014/main" id="{8EF1ABDA-BBFC-73B0-4FA2-9CDA3746C198}"/>
              </a:ext>
            </a:extLst>
          </p:cNvPr>
          <p:cNvSpPr txBox="1"/>
          <p:nvPr/>
        </p:nvSpPr>
        <p:spPr>
          <a:xfrm>
            <a:off x="542260" y="1225689"/>
            <a:ext cx="10811540" cy="5632311"/>
          </a:xfrm>
          <a:prstGeom prst="rect">
            <a:avLst/>
          </a:prstGeom>
          <a:noFill/>
        </p:spPr>
        <p:txBody>
          <a:bodyPr wrap="square" rtlCol="0">
            <a:spAutoFit/>
          </a:bodyPr>
          <a:lstStyle/>
          <a:p>
            <a:r>
              <a:rPr lang="en-US" b="1" dirty="0"/>
              <a:t>Provider Enrollment</a:t>
            </a:r>
            <a:r>
              <a:rPr lang="en-US" dirty="0"/>
              <a:t> - The Provider Enrollment capability encompasses the business processes and functions required to register providers to participate in the Medicaid program and ensuring that only qualified, eligible, and compliant providers are allowed to provide services to Medicaid clients. This includes the intake of new applications, updates to existing provider records, and removal of providers from the network when needed. This ensures provider data is accurate, validated, and aligned with state and federal regulations, while supporting continuity of care for Medicaid clients.</a:t>
            </a:r>
          </a:p>
          <a:p>
            <a:r>
              <a:rPr lang="en-US" b="1" dirty="0"/>
              <a:t>Provider Screening</a:t>
            </a:r>
            <a:r>
              <a:rPr lang="en-US" dirty="0"/>
              <a:t> - The Provider Screening capability ensures that all providers meet the eligibility, screening, and compliance requirements necessary to participate in the Medicaid program. This includes validating professional licenses, certifications, education, training, work history, and conducting required screenings such as federal and state exclusion lists, criminal background checks, and site visits to confirm legitimacy and compliance with Medicaid standards. This capability applies both during initial enrollment and on an ongoing basis to protect program integrity, reduce fraud, and safeguard Medicaid client access to qualified providers.</a:t>
            </a:r>
          </a:p>
          <a:p>
            <a:r>
              <a:rPr lang="en-US" b="1" dirty="0"/>
              <a:t>Provider Management</a:t>
            </a:r>
            <a:r>
              <a:rPr lang="en-US" dirty="0"/>
              <a:t> - The Provider Management capability supports the continuous process of overseeing provider compliance and performance and maintaining current and accurate provider data to ensure that providers remain compliant and program risk is mitigated as needed. This includes periodic revalidation of provider eligibility, proactive monitoring of provider performance and risk indicators, and interventions when risk factors are identified. This helps to ensure states maintain a compliant, effective, and reliable Medicaid provider network.</a:t>
            </a:r>
          </a:p>
          <a:p>
            <a:endParaRPr lang="en-US" dirty="0"/>
          </a:p>
        </p:txBody>
      </p:sp>
    </p:spTree>
    <p:extLst>
      <p:ext uri="{BB962C8B-B14F-4D97-AF65-F5344CB8AC3E}">
        <p14:creationId xmlns:p14="http://schemas.microsoft.com/office/powerpoint/2010/main" val="29962598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41599-01FE-248E-5D8C-077F71EF2F89}"/>
            </a:ext>
          </a:extLst>
        </p:cNvPr>
        <p:cNvGrpSpPr/>
        <p:nvPr/>
      </p:nvGrpSpPr>
      <p:grpSpPr>
        <a:xfrm>
          <a:off x="0" y="0"/>
          <a:ext cx="0" cy="0"/>
          <a:chOff x="0" y="0"/>
          <a:chExt cx="0" cy="0"/>
        </a:xfrm>
      </p:grpSpPr>
      <p:sp>
        <p:nvSpPr>
          <p:cNvPr id="25" name="Rectangle 24">
            <a:extLst>
              <a:ext uri="{FF2B5EF4-FFF2-40B4-BE49-F238E27FC236}">
                <a16:creationId xmlns:a16="http://schemas.microsoft.com/office/drawing/2014/main" id="{DFD0938D-A43D-2933-0D35-AD3F82E115CA}"/>
              </a:ext>
            </a:extLst>
          </p:cNvPr>
          <p:cNvSpPr/>
          <p:nvPr/>
        </p:nvSpPr>
        <p:spPr>
          <a:xfrm>
            <a:off x="7155717" y="1616148"/>
            <a:ext cx="3370516" cy="3189767"/>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b="1" dirty="0">
                <a:solidFill>
                  <a:schemeClr val="tx1"/>
                </a:solidFill>
              </a:rPr>
              <a:t>Example</a:t>
            </a:r>
          </a:p>
        </p:txBody>
      </p:sp>
      <p:sp>
        <p:nvSpPr>
          <p:cNvPr id="3" name="Rectangle 2">
            <a:extLst>
              <a:ext uri="{FF2B5EF4-FFF2-40B4-BE49-F238E27FC236}">
                <a16:creationId xmlns:a16="http://schemas.microsoft.com/office/drawing/2014/main" id="{E963CF2F-F984-6B60-8D3A-D92E0CCA7B69}"/>
              </a:ext>
            </a:extLst>
          </p:cNvPr>
          <p:cNvSpPr/>
          <p:nvPr/>
        </p:nvSpPr>
        <p:spPr>
          <a:xfrm>
            <a:off x="7442792" y="2068034"/>
            <a:ext cx="2926152" cy="849848"/>
          </a:xfrm>
          <a:prstGeom prst="rect">
            <a:avLst/>
          </a:prstGeom>
          <a:solidFill>
            <a:srgbClr val="C04F14"/>
          </a:solidFill>
          <a:ln w="38100">
            <a:solidFill>
              <a:schemeClr val="bg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Provider Management</a:t>
            </a:r>
          </a:p>
        </p:txBody>
      </p:sp>
      <p:sp>
        <p:nvSpPr>
          <p:cNvPr id="4" name="Rectangle 3">
            <a:extLst>
              <a:ext uri="{FF2B5EF4-FFF2-40B4-BE49-F238E27FC236}">
                <a16:creationId xmlns:a16="http://schemas.microsoft.com/office/drawing/2014/main" id="{505770D0-821B-F16F-7053-A15551A6E834}"/>
              </a:ext>
            </a:extLst>
          </p:cNvPr>
          <p:cNvSpPr/>
          <p:nvPr/>
        </p:nvSpPr>
        <p:spPr>
          <a:xfrm>
            <a:off x="7442791" y="3624667"/>
            <a:ext cx="2926153" cy="947334"/>
          </a:xfrm>
          <a:prstGeom prst="rect">
            <a:avLst/>
          </a:prstGeom>
          <a:solidFill>
            <a:srgbClr val="C04F14"/>
          </a:solidFill>
          <a:ln w="38100">
            <a:solidFill>
              <a:schemeClr val="bg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Provider Enrollment</a:t>
            </a:r>
          </a:p>
        </p:txBody>
      </p:sp>
      <p:sp>
        <p:nvSpPr>
          <p:cNvPr id="26" name="TextBox 25">
            <a:extLst>
              <a:ext uri="{FF2B5EF4-FFF2-40B4-BE49-F238E27FC236}">
                <a16:creationId xmlns:a16="http://schemas.microsoft.com/office/drawing/2014/main" id="{4AA2B1BC-50E9-5B6E-F027-17FAFC8D25AB}"/>
              </a:ext>
            </a:extLst>
          </p:cNvPr>
          <p:cNvSpPr txBox="1"/>
          <p:nvPr/>
        </p:nvSpPr>
        <p:spPr>
          <a:xfrm>
            <a:off x="3383785" y="173327"/>
            <a:ext cx="5106398" cy="369332"/>
          </a:xfrm>
          <a:prstGeom prst="rect">
            <a:avLst/>
          </a:prstGeom>
          <a:noFill/>
        </p:spPr>
        <p:txBody>
          <a:bodyPr wrap="none" rtlCol="0">
            <a:spAutoFit/>
          </a:bodyPr>
          <a:lstStyle/>
          <a:p>
            <a:r>
              <a:rPr lang="en-US" b="1" dirty="0"/>
              <a:t>MITA 4.0 – Business Capability Reference Model</a:t>
            </a:r>
          </a:p>
        </p:txBody>
      </p:sp>
      <p:sp>
        <p:nvSpPr>
          <p:cNvPr id="5" name="Rectangle 4">
            <a:extLst>
              <a:ext uri="{FF2B5EF4-FFF2-40B4-BE49-F238E27FC236}">
                <a16:creationId xmlns:a16="http://schemas.microsoft.com/office/drawing/2014/main" id="{AC0195E5-867D-2814-64DF-5B11E647CF8C}"/>
              </a:ext>
            </a:extLst>
          </p:cNvPr>
          <p:cNvSpPr/>
          <p:nvPr/>
        </p:nvSpPr>
        <p:spPr>
          <a:xfrm>
            <a:off x="2470299" y="2068034"/>
            <a:ext cx="2926152" cy="849848"/>
          </a:xfrm>
          <a:prstGeom prst="rect">
            <a:avLst/>
          </a:prstGeom>
          <a:solidFill>
            <a:srgbClr val="0E4862"/>
          </a:solidFill>
          <a:ln w="38100">
            <a:solidFill>
              <a:schemeClr val="bg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Capability Domain</a:t>
            </a:r>
          </a:p>
        </p:txBody>
      </p:sp>
      <p:sp>
        <p:nvSpPr>
          <p:cNvPr id="6" name="Rectangle 5">
            <a:extLst>
              <a:ext uri="{FF2B5EF4-FFF2-40B4-BE49-F238E27FC236}">
                <a16:creationId xmlns:a16="http://schemas.microsoft.com/office/drawing/2014/main" id="{8C1C0FB5-C965-8A86-7B6F-D5E144F49DFD}"/>
              </a:ext>
            </a:extLst>
          </p:cNvPr>
          <p:cNvSpPr/>
          <p:nvPr/>
        </p:nvSpPr>
        <p:spPr>
          <a:xfrm>
            <a:off x="2470298" y="3624667"/>
            <a:ext cx="2926153" cy="947334"/>
          </a:xfrm>
          <a:prstGeom prst="rect">
            <a:avLst/>
          </a:prstGeom>
          <a:solidFill>
            <a:srgbClr val="0E4862"/>
          </a:solidFill>
          <a:ln w="38100">
            <a:solidFill>
              <a:schemeClr val="bg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Capability Area</a:t>
            </a:r>
          </a:p>
        </p:txBody>
      </p:sp>
      <p:cxnSp>
        <p:nvCxnSpPr>
          <p:cNvPr id="8" name="Straight Arrow Connector 7">
            <a:extLst>
              <a:ext uri="{FF2B5EF4-FFF2-40B4-BE49-F238E27FC236}">
                <a16:creationId xmlns:a16="http://schemas.microsoft.com/office/drawing/2014/main" id="{4BEFC671-0288-B08E-0557-783F622CA8C5}"/>
              </a:ext>
            </a:extLst>
          </p:cNvPr>
          <p:cNvCxnSpPr>
            <a:stCxn id="5" idx="2"/>
            <a:endCxn id="6" idx="0"/>
          </p:cNvCxnSpPr>
          <p:nvPr/>
        </p:nvCxnSpPr>
        <p:spPr>
          <a:xfrm>
            <a:off x="3933375" y="2917882"/>
            <a:ext cx="0" cy="70678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1424E129-E344-6EA4-C1BB-86141E34897E}"/>
              </a:ext>
            </a:extLst>
          </p:cNvPr>
          <p:cNvCxnSpPr>
            <a:cxnSpLocks/>
            <a:endCxn id="4" idx="0"/>
          </p:cNvCxnSpPr>
          <p:nvPr/>
        </p:nvCxnSpPr>
        <p:spPr>
          <a:xfrm>
            <a:off x="8905867" y="2917882"/>
            <a:ext cx="1" cy="706785"/>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74967F5F-CEF6-ED53-C2A4-893EA292C9B1}"/>
              </a:ext>
            </a:extLst>
          </p:cNvPr>
          <p:cNvCxnSpPr>
            <a:cxnSpLocks/>
            <a:stCxn id="5" idx="3"/>
            <a:endCxn id="3" idx="1"/>
          </p:cNvCxnSpPr>
          <p:nvPr/>
        </p:nvCxnSpPr>
        <p:spPr>
          <a:xfrm>
            <a:off x="5396451" y="2492958"/>
            <a:ext cx="2046341" cy="0"/>
          </a:xfrm>
          <a:prstGeom prst="straightConnector1">
            <a:avLst/>
          </a:prstGeom>
          <a:ln w="28575">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55CBDD0A-A849-E708-F063-8B983C7ACE42}"/>
              </a:ext>
            </a:extLst>
          </p:cNvPr>
          <p:cNvCxnSpPr>
            <a:cxnSpLocks/>
            <a:stCxn id="6" idx="3"/>
            <a:endCxn id="4" idx="1"/>
          </p:cNvCxnSpPr>
          <p:nvPr/>
        </p:nvCxnSpPr>
        <p:spPr>
          <a:xfrm>
            <a:off x="5396451" y="4098334"/>
            <a:ext cx="2046340" cy="0"/>
          </a:xfrm>
          <a:prstGeom prst="straightConnector1">
            <a:avLst/>
          </a:prstGeom>
          <a:ln w="28575">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843181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26D3172-3590-BB1C-4588-C5A6E76786AB}"/>
              </a:ext>
            </a:extLst>
          </p:cNvPr>
          <p:cNvSpPr>
            <a:spLocks/>
          </p:cNvSpPr>
          <p:nvPr/>
        </p:nvSpPr>
        <p:spPr>
          <a:xfrm>
            <a:off x="4776805" y="1232800"/>
            <a:ext cx="1463040" cy="1371600"/>
          </a:xfrm>
          <a:prstGeom prst="rect">
            <a:avLst/>
          </a:prstGeom>
          <a:solidFill>
            <a:srgbClr val="0E4862"/>
          </a:solidFill>
          <a:ln w="38100">
            <a:solidFill>
              <a:schemeClr val="bg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Capability Domain</a:t>
            </a:r>
          </a:p>
        </p:txBody>
      </p:sp>
      <p:sp>
        <p:nvSpPr>
          <p:cNvPr id="5" name="Rectangle 4">
            <a:extLst>
              <a:ext uri="{FF2B5EF4-FFF2-40B4-BE49-F238E27FC236}">
                <a16:creationId xmlns:a16="http://schemas.microsoft.com/office/drawing/2014/main" id="{05181695-AB55-0AAF-CA0E-3C5349DBE98D}"/>
              </a:ext>
            </a:extLst>
          </p:cNvPr>
          <p:cNvSpPr>
            <a:spLocks/>
          </p:cNvSpPr>
          <p:nvPr/>
        </p:nvSpPr>
        <p:spPr>
          <a:xfrm>
            <a:off x="4776805" y="2957522"/>
            <a:ext cx="1463040" cy="1371600"/>
          </a:xfrm>
          <a:prstGeom prst="rect">
            <a:avLst/>
          </a:prstGeom>
          <a:solidFill>
            <a:srgbClr val="0E4862"/>
          </a:solidFill>
          <a:ln w="38100">
            <a:solidFill>
              <a:schemeClr val="bg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Capability Area</a:t>
            </a:r>
          </a:p>
        </p:txBody>
      </p:sp>
      <p:sp>
        <p:nvSpPr>
          <p:cNvPr id="6" name="Rectangle 5">
            <a:extLst>
              <a:ext uri="{FF2B5EF4-FFF2-40B4-BE49-F238E27FC236}">
                <a16:creationId xmlns:a16="http://schemas.microsoft.com/office/drawing/2014/main" id="{652C9DA8-31A6-F09C-F31C-EECB607F37B3}"/>
              </a:ext>
            </a:extLst>
          </p:cNvPr>
          <p:cNvSpPr>
            <a:spLocks/>
          </p:cNvSpPr>
          <p:nvPr/>
        </p:nvSpPr>
        <p:spPr>
          <a:xfrm>
            <a:off x="8274571" y="1232800"/>
            <a:ext cx="1463040" cy="1371600"/>
          </a:xfrm>
          <a:prstGeom prst="rect">
            <a:avLst/>
          </a:prstGeom>
          <a:solidFill>
            <a:schemeClr val="bg1">
              <a:lumMod val="95000"/>
            </a:schemeClr>
          </a:solidFill>
          <a:ln w="381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ysClr val="windowText" lastClr="000000"/>
                </a:solidFill>
              </a:rPr>
              <a:t>Business Area</a:t>
            </a:r>
          </a:p>
        </p:txBody>
      </p:sp>
      <p:sp>
        <p:nvSpPr>
          <p:cNvPr id="7" name="Rectangle 6">
            <a:extLst>
              <a:ext uri="{FF2B5EF4-FFF2-40B4-BE49-F238E27FC236}">
                <a16:creationId xmlns:a16="http://schemas.microsoft.com/office/drawing/2014/main" id="{8BD10E2A-6C7E-C248-9694-250E3241D625}"/>
              </a:ext>
            </a:extLst>
          </p:cNvPr>
          <p:cNvSpPr>
            <a:spLocks/>
          </p:cNvSpPr>
          <p:nvPr/>
        </p:nvSpPr>
        <p:spPr>
          <a:xfrm>
            <a:off x="8274571" y="2957522"/>
            <a:ext cx="1463040" cy="1371600"/>
          </a:xfrm>
          <a:prstGeom prst="rect">
            <a:avLst/>
          </a:prstGeom>
          <a:solidFill>
            <a:schemeClr val="bg1">
              <a:lumMod val="95000"/>
            </a:schemeClr>
          </a:solidFill>
          <a:ln w="381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ysClr val="windowText" lastClr="000000"/>
                </a:solidFill>
              </a:rPr>
              <a:t>Business Category</a:t>
            </a:r>
          </a:p>
        </p:txBody>
      </p:sp>
      <p:sp>
        <p:nvSpPr>
          <p:cNvPr id="8" name="Rectangle 7">
            <a:extLst>
              <a:ext uri="{FF2B5EF4-FFF2-40B4-BE49-F238E27FC236}">
                <a16:creationId xmlns:a16="http://schemas.microsoft.com/office/drawing/2014/main" id="{EC7E52A0-5680-042D-8FAA-B733F6F7B463}"/>
              </a:ext>
            </a:extLst>
          </p:cNvPr>
          <p:cNvSpPr>
            <a:spLocks/>
          </p:cNvSpPr>
          <p:nvPr/>
        </p:nvSpPr>
        <p:spPr>
          <a:xfrm>
            <a:off x="1389814" y="1212946"/>
            <a:ext cx="1463040" cy="1371600"/>
          </a:xfrm>
          <a:prstGeom prst="rect">
            <a:avLst/>
          </a:prstGeom>
          <a:solidFill>
            <a:schemeClr val="bg1">
              <a:lumMod val="95000"/>
            </a:schemeClr>
          </a:solidFill>
          <a:ln w="381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ysClr val="windowText" lastClr="000000"/>
                </a:solidFill>
              </a:rPr>
              <a:t>Technical Service Area</a:t>
            </a:r>
          </a:p>
        </p:txBody>
      </p:sp>
      <p:sp>
        <p:nvSpPr>
          <p:cNvPr id="9" name="Rectangle 8">
            <a:extLst>
              <a:ext uri="{FF2B5EF4-FFF2-40B4-BE49-F238E27FC236}">
                <a16:creationId xmlns:a16="http://schemas.microsoft.com/office/drawing/2014/main" id="{3412A62A-C995-9C91-E100-A851001D74FA}"/>
              </a:ext>
            </a:extLst>
          </p:cNvPr>
          <p:cNvSpPr>
            <a:spLocks/>
          </p:cNvSpPr>
          <p:nvPr/>
        </p:nvSpPr>
        <p:spPr>
          <a:xfrm>
            <a:off x="1389814" y="2948819"/>
            <a:ext cx="1463040" cy="1371600"/>
          </a:xfrm>
          <a:prstGeom prst="rect">
            <a:avLst/>
          </a:prstGeom>
          <a:solidFill>
            <a:schemeClr val="bg1">
              <a:lumMod val="95000"/>
            </a:schemeClr>
          </a:solidFill>
          <a:ln w="3810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ysClr val="windowText" lastClr="000000"/>
                </a:solidFill>
              </a:rPr>
              <a:t>Technical Service Classification</a:t>
            </a:r>
          </a:p>
        </p:txBody>
      </p:sp>
      <p:sp>
        <p:nvSpPr>
          <p:cNvPr id="10" name="Rectangle 9">
            <a:extLst>
              <a:ext uri="{FF2B5EF4-FFF2-40B4-BE49-F238E27FC236}">
                <a16:creationId xmlns:a16="http://schemas.microsoft.com/office/drawing/2014/main" id="{4000F532-D42A-8FA4-DBE9-76BAB486727F}"/>
              </a:ext>
            </a:extLst>
          </p:cNvPr>
          <p:cNvSpPr/>
          <p:nvPr/>
        </p:nvSpPr>
        <p:spPr>
          <a:xfrm>
            <a:off x="7628606" y="382260"/>
            <a:ext cx="2697423" cy="4423915"/>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b="1" dirty="0">
                <a:solidFill>
                  <a:schemeClr val="tx1"/>
                </a:solidFill>
              </a:rPr>
              <a:t>MITA 3.0</a:t>
            </a:r>
          </a:p>
          <a:p>
            <a:pPr algn="ctr"/>
            <a:r>
              <a:rPr lang="en-US" b="1" dirty="0">
                <a:solidFill>
                  <a:schemeClr val="tx1"/>
                </a:solidFill>
              </a:rPr>
              <a:t>Business Architecture</a:t>
            </a:r>
          </a:p>
        </p:txBody>
      </p:sp>
      <p:sp>
        <p:nvSpPr>
          <p:cNvPr id="11" name="Rectangle 10">
            <a:extLst>
              <a:ext uri="{FF2B5EF4-FFF2-40B4-BE49-F238E27FC236}">
                <a16:creationId xmlns:a16="http://schemas.microsoft.com/office/drawing/2014/main" id="{CC0946B2-C446-E47D-C4CF-C79B07FF281C}"/>
              </a:ext>
            </a:extLst>
          </p:cNvPr>
          <p:cNvSpPr/>
          <p:nvPr/>
        </p:nvSpPr>
        <p:spPr>
          <a:xfrm>
            <a:off x="4149792" y="369172"/>
            <a:ext cx="2819720" cy="4423914"/>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b="1" dirty="0">
                <a:solidFill>
                  <a:schemeClr val="tx1"/>
                </a:solidFill>
              </a:rPr>
              <a:t>MITA 4.0</a:t>
            </a:r>
          </a:p>
        </p:txBody>
      </p:sp>
      <p:sp>
        <p:nvSpPr>
          <p:cNvPr id="20" name="Rectangle 19">
            <a:extLst>
              <a:ext uri="{FF2B5EF4-FFF2-40B4-BE49-F238E27FC236}">
                <a16:creationId xmlns:a16="http://schemas.microsoft.com/office/drawing/2014/main" id="{B63276B8-6573-4530-F4AB-0BF01CA5EED0}"/>
              </a:ext>
            </a:extLst>
          </p:cNvPr>
          <p:cNvSpPr/>
          <p:nvPr/>
        </p:nvSpPr>
        <p:spPr>
          <a:xfrm>
            <a:off x="751970" y="369172"/>
            <a:ext cx="2819720" cy="4423914"/>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b="1" dirty="0">
                <a:solidFill>
                  <a:schemeClr val="tx1"/>
                </a:solidFill>
              </a:rPr>
              <a:t>MITA 3.0</a:t>
            </a:r>
          </a:p>
          <a:p>
            <a:pPr algn="ctr"/>
            <a:r>
              <a:rPr lang="en-US" b="1" dirty="0">
                <a:solidFill>
                  <a:schemeClr val="tx1"/>
                </a:solidFill>
              </a:rPr>
              <a:t>Technical Architecture</a:t>
            </a:r>
          </a:p>
        </p:txBody>
      </p:sp>
      <p:cxnSp>
        <p:nvCxnSpPr>
          <p:cNvPr id="21" name="Straight Arrow Connector 20">
            <a:extLst>
              <a:ext uri="{FF2B5EF4-FFF2-40B4-BE49-F238E27FC236}">
                <a16:creationId xmlns:a16="http://schemas.microsoft.com/office/drawing/2014/main" id="{9A5AA2A3-5D9D-5EC9-08C1-6BDB98A258B1}"/>
              </a:ext>
            </a:extLst>
          </p:cNvPr>
          <p:cNvCxnSpPr>
            <a:cxnSpLocks/>
            <a:stCxn id="8" idx="2"/>
            <a:endCxn id="9" idx="0"/>
          </p:cNvCxnSpPr>
          <p:nvPr/>
        </p:nvCxnSpPr>
        <p:spPr>
          <a:xfrm>
            <a:off x="2121334" y="2584546"/>
            <a:ext cx="0" cy="364273"/>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83308F26-32C1-106D-E84E-12344822D2C3}"/>
              </a:ext>
            </a:extLst>
          </p:cNvPr>
          <p:cNvCxnSpPr>
            <a:cxnSpLocks/>
            <a:stCxn id="4" idx="2"/>
            <a:endCxn id="5" idx="0"/>
          </p:cNvCxnSpPr>
          <p:nvPr/>
        </p:nvCxnSpPr>
        <p:spPr>
          <a:xfrm>
            <a:off x="5508325" y="2604400"/>
            <a:ext cx="0" cy="353122"/>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948C93A6-E786-6C3C-0FE1-8B58F6568224}"/>
              </a:ext>
            </a:extLst>
          </p:cNvPr>
          <p:cNvCxnSpPr>
            <a:cxnSpLocks/>
            <a:stCxn id="6" idx="2"/>
            <a:endCxn id="7" idx="0"/>
          </p:cNvCxnSpPr>
          <p:nvPr/>
        </p:nvCxnSpPr>
        <p:spPr>
          <a:xfrm>
            <a:off x="9006091" y="2604400"/>
            <a:ext cx="0" cy="353122"/>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A021FE82-D2D2-D949-6900-F00FAE8E7E44}"/>
              </a:ext>
            </a:extLst>
          </p:cNvPr>
          <p:cNvCxnSpPr>
            <a:cxnSpLocks/>
            <a:stCxn id="6" idx="1"/>
            <a:endCxn id="4" idx="3"/>
          </p:cNvCxnSpPr>
          <p:nvPr/>
        </p:nvCxnSpPr>
        <p:spPr>
          <a:xfrm flipH="1">
            <a:off x="6239845" y="1918600"/>
            <a:ext cx="2034726" cy="0"/>
          </a:xfrm>
          <a:prstGeom prst="straightConnector1">
            <a:avLst/>
          </a:prstGeom>
          <a:ln w="28575">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2C4121B3-ED9A-9CE2-602B-719E87ACC204}"/>
              </a:ext>
            </a:extLst>
          </p:cNvPr>
          <p:cNvCxnSpPr>
            <a:cxnSpLocks/>
            <a:stCxn id="7" idx="1"/>
            <a:endCxn id="5" idx="3"/>
          </p:cNvCxnSpPr>
          <p:nvPr/>
        </p:nvCxnSpPr>
        <p:spPr>
          <a:xfrm flipH="1">
            <a:off x="6239845" y="3643322"/>
            <a:ext cx="2034726" cy="0"/>
          </a:xfrm>
          <a:prstGeom prst="straightConnector1">
            <a:avLst/>
          </a:prstGeom>
          <a:ln w="28575">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AFAC2672-3141-56BF-8810-B22CD0B8B8AE}"/>
              </a:ext>
            </a:extLst>
          </p:cNvPr>
          <p:cNvCxnSpPr>
            <a:cxnSpLocks/>
            <a:stCxn id="8" idx="3"/>
            <a:endCxn id="4" idx="1"/>
          </p:cNvCxnSpPr>
          <p:nvPr/>
        </p:nvCxnSpPr>
        <p:spPr>
          <a:xfrm>
            <a:off x="2852854" y="1898746"/>
            <a:ext cx="1923951" cy="19854"/>
          </a:xfrm>
          <a:prstGeom prst="straightConnector1">
            <a:avLst/>
          </a:prstGeom>
          <a:ln w="28575">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B4F0DA80-B4E8-629C-B5FC-5FF01FE5B34F}"/>
              </a:ext>
            </a:extLst>
          </p:cNvPr>
          <p:cNvCxnSpPr>
            <a:cxnSpLocks/>
            <a:stCxn id="9" idx="3"/>
            <a:endCxn id="5" idx="1"/>
          </p:cNvCxnSpPr>
          <p:nvPr/>
        </p:nvCxnSpPr>
        <p:spPr>
          <a:xfrm>
            <a:off x="2852854" y="3634619"/>
            <a:ext cx="1923951" cy="8703"/>
          </a:xfrm>
          <a:prstGeom prst="straightConnector1">
            <a:avLst/>
          </a:prstGeom>
          <a:ln w="28575">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193409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F82EB-A09F-27FA-DC24-8E28E77C3579}"/>
              </a:ext>
            </a:extLst>
          </p:cNvPr>
          <p:cNvSpPr>
            <a:spLocks noGrp="1"/>
          </p:cNvSpPr>
          <p:nvPr>
            <p:ph type="title"/>
          </p:nvPr>
        </p:nvSpPr>
        <p:spPr/>
        <p:txBody>
          <a:bodyPr/>
          <a:lstStyle/>
          <a:p>
            <a:r>
              <a:rPr lang="en-US" b="1"/>
              <a:t>Applying to ORBIT Model</a:t>
            </a:r>
          </a:p>
        </p:txBody>
      </p:sp>
      <p:sp>
        <p:nvSpPr>
          <p:cNvPr id="3" name="Text Placeholder 2">
            <a:extLst>
              <a:ext uri="{FF2B5EF4-FFF2-40B4-BE49-F238E27FC236}">
                <a16:creationId xmlns:a16="http://schemas.microsoft.com/office/drawing/2014/main" id="{511BA678-4D3F-4230-9E11-2F3166437E2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431944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0C2CD-5138-BBC0-5BEE-BC1C7B605FEE}"/>
              </a:ext>
            </a:extLst>
          </p:cNvPr>
          <p:cNvSpPr>
            <a:spLocks noGrp="1"/>
          </p:cNvSpPr>
          <p:nvPr>
            <p:ph type="title"/>
          </p:nvPr>
        </p:nvSpPr>
        <p:spPr/>
        <p:txBody>
          <a:bodyPr/>
          <a:lstStyle/>
          <a:p>
            <a:r>
              <a:rPr lang="en-US" b="1"/>
              <a:t>Orbit Model</a:t>
            </a:r>
          </a:p>
        </p:txBody>
      </p:sp>
      <p:sp>
        <p:nvSpPr>
          <p:cNvPr id="3" name="Rounded Rectangle 2">
            <a:extLst>
              <a:ext uri="{FF2B5EF4-FFF2-40B4-BE49-F238E27FC236}">
                <a16:creationId xmlns:a16="http://schemas.microsoft.com/office/drawing/2014/main" id="{D0BFA04A-5A66-139E-D885-F70DB7487856}"/>
              </a:ext>
            </a:extLst>
          </p:cNvPr>
          <p:cNvSpPr/>
          <p:nvPr/>
        </p:nvSpPr>
        <p:spPr>
          <a:xfrm>
            <a:off x="37578" y="2354892"/>
            <a:ext cx="2296438" cy="16158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b="1"/>
              <a:t>O</a:t>
            </a:r>
          </a:p>
          <a:p>
            <a:pPr algn="ctr"/>
            <a:r>
              <a:rPr lang="en-US"/>
              <a:t>Outcome</a:t>
            </a:r>
          </a:p>
        </p:txBody>
      </p:sp>
      <p:sp>
        <p:nvSpPr>
          <p:cNvPr id="4" name="Rounded Rectangle 3">
            <a:extLst>
              <a:ext uri="{FF2B5EF4-FFF2-40B4-BE49-F238E27FC236}">
                <a16:creationId xmlns:a16="http://schemas.microsoft.com/office/drawing/2014/main" id="{B67350C8-D5DD-EF8F-81DC-FCC267A78A09}"/>
              </a:ext>
            </a:extLst>
          </p:cNvPr>
          <p:cNvSpPr/>
          <p:nvPr/>
        </p:nvSpPr>
        <p:spPr>
          <a:xfrm>
            <a:off x="2465539" y="2354892"/>
            <a:ext cx="2296438" cy="16158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b="1"/>
              <a:t>R</a:t>
            </a:r>
          </a:p>
          <a:p>
            <a:pPr algn="ctr"/>
            <a:r>
              <a:rPr lang="en-US"/>
              <a:t>Roles</a:t>
            </a:r>
          </a:p>
        </p:txBody>
      </p:sp>
      <p:sp>
        <p:nvSpPr>
          <p:cNvPr id="5" name="Rounded Rectangle 4">
            <a:extLst>
              <a:ext uri="{FF2B5EF4-FFF2-40B4-BE49-F238E27FC236}">
                <a16:creationId xmlns:a16="http://schemas.microsoft.com/office/drawing/2014/main" id="{EBCA25B4-D455-6DD4-7BE7-B45A084EDA8E}"/>
              </a:ext>
            </a:extLst>
          </p:cNvPr>
          <p:cNvSpPr/>
          <p:nvPr/>
        </p:nvSpPr>
        <p:spPr>
          <a:xfrm>
            <a:off x="4901852" y="2354892"/>
            <a:ext cx="2296438" cy="16158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b="1"/>
              <a:t>B</a:t>
            </a:r>
          </a:p>
          <a:p>
            <a:pPr algn="ctr"/>
            <a:r>
              <a:rPr lang="en-US"/>
              <a:t>Business Process</a:t>
            </a:r>
          </a:p>
        </p:txBody>
      </p:sp>
      <p:sp>
        <p:nvSpPr>
          <p:cNvPr id="6" name="Rounded Rectangle 5">
            <a:extLst>
              <a:ext uri="{FF2B5EF4-FFF2-40B4-BE49-F238E27FC236}">
                <a16:creationId xmlns:a16="http://schemas.microsoft.com/office/drawing/2014/main" id="{581206C3-D114-DD33-10DE-98FA1F8C149A}"/>
              </a:ext>
            </a:extLst>
          </p:cNvPr>
          <p:cNvSpPr/>
          <p:nvPr/>
        </p:nvSpPr>
        <p:spPr>
          <a:xfrm>
            <a:off x="7313110" y="2354892"/>
            <a:ext cx="2296438" cy="1615858"/>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b="1"/>
              <a:t>I</a:t>
            </a:r>
          </a:p>
          <a:p>
            <a:pPr algn="ctr"/>
            <a:r>
              <a:rPr lang="en-US"/>
              <a:t>Information</a:t>
            </a:r>
          </a:p>
        </p:txBody>
      </p:sp>
      <p:sp>
        <p:nvSpPr>
          <p:cNvPr id="7" name="Rounded Rectangle 6">
            <a:extLst>
              <a:ext uri="{FF2B5EF4-FFF2-40B4-BE49-F238E27FC236}">
                <a16:creationId xmlns:a16="http://schemas.microsoft.com/office/drawing/2014/main" id="{C8B3D1BC-AC1F-306D-D1BB-47005A4E74B9}"/>
              </a:ext>
            </a:extLst>
          </p:cNvPr>
          <p:cNvSpPr/>
          <p:nvPr/>
        </p:nvSpPr>
        <p:spPr>
          <a:xfrm>
            <a:off x="9801617" y="2354892"/>
            <a:ext cx="2296438" cy="16158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b="1"/>
              <a:t>T</a:t>
            </a:r>
          </a:p>
          <a:p>
            <a:pPr algn="ctr"/>
            <a:r>
              <a:rPr lang="en-US"/>
              <a:t>Technology</a:t>
            </a:r>
          </a:p>
        </p:txBody>
      </p:sp>
    </p:spTree>
    <p:extLst>
      <p:ext uri="{BB962C8B-B14F-4D97-AF65-F5344CB8AC3E}">
        <p14:creationId xmlns:p14="http://schemas.microsoft.com/office/powerpoint/2010/main" val="29165696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94834-FD84-CA7A-6D29-A173E856C17C}"/>
              </a:ext>
            </a:extLst>
          </p:cNvPr>
          <p:cNvSpPr>
            <a:spLocks noGrp="1"/>
          </p:cNvSpPr>
          <p:nvPr>
            <p:ph type="title"/>
          </p:nvPr>
        </p:nvSpPr>
        <p:spPr/>
        <p:txBody>
          <a:bodyPr/>
          <a:lstStyle/>
          <a:p>
            <a:r>
              <a:rPr lang="en-US" b="1"/>
              <a:t>ORBIT Model Example</a:t>
            </a:r>
          </a:p>
        </p:txBody>
      </p:sp>
      <p:pic>
        <p:nvPicPr>
          <p:cNvPr id="3" name="Picture 2">
            <a:extLst>
              <a:ext uri="{FF2B5EF4-FFF2-40B4-BE49-F238E27FC236}">
                <a16:creationId xmlns:a16="http://schemas.microsoft.com/office/drawing/2014/main" id="{81F2EB62-FFA0-430C-3C35-E3989748B6E2}"/>
              </a:ext>
            </a:extLst>
          </p:cNvPr>
          <p:cNvPicPr>
            <a:picLocks noChangeAspect="1"/>
          </p:cNvPicPr>
          <p:nvPr/>
        </p:nvPicPr>
        <p:blipFill>
          <a:blip r:embed="rId2"/>
          <a:stretch>
            <a:fillRect/>
          </a:stretch>
        </p:blipFill>
        <p:spPr>
          <a:xfrm>
            <a:off x="348920" y="1975442"/>
            <a:ext cx="11297920" cy="3998788"/>
          </a:xfrm>
          <a:prstGeom prst="rect">
            <a:avLst/>
          </a:prstGeom>
        </p:spPr>
      </p:pic>
    </p:spTree>
    <p:extLst>
      <p:ext uri="{BB962C8B-B14F-4D97-AF65-F5344CB8AC3E}">
        <p14:creationId xmlns:p14="http://schemas.microsoft.com/office/powerpoint/2010/main" val="10848292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7B80C4-F2F1-96A3-3650-E7684D8A00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BAFEFE-47FD-2EAD-8E0E-80011166377E}"/>
              </a:ext>
            </a:extLst>
          </p:cNvPr>
          <p:cNvSpPr>
            <a:spLocks noGrp="1"/>
          </p:cNvSpPr>
          <p:nvPr>
            <p:ph type="title"/>
          </p:nvPr>
        </p:nvSpPr>
        <p:spPr/>
        <p:txBody>
          <a:bodyPr/>
          <a:lstStyle/>
          <a:p>
            <a:r>
              <a:rPr lang="en-US" b="1"/>
              <a:t>IA Component in ORBIT</a:t>
            </a:r>
          </a:p>
        </p:txBody>
      </p:sp>
      <p:sp>
        <p:nvSpPr>
          <p:cNvPr id="3" name="Content Placeholder 2">
            <a:extLst>
              <a:ext uri="{FF2B5EF4-FFF2-40B4-BE49-F238E27FC236}">
                <a16:creationId xmlns:a16="http://schemas.microsoft.com/office/drawing/2014/main" id="{672D3AEA-C84A-B9B9-1FDB-EA521C37456A}"/>
              </a:ext>
            </a:extLst>
          </p:cNvPr>
          <p:cNvSpPr>
            <a:spLocks noGrp="1"/>
          </p:cNvSpPr>
          <p:nvPr>
            <p:ph idx="1"/>
          </p:nvPr>
        </p:nvSpPr>
        <p:spPr>
          <a:xfrm>
            <a:off x="249129" y="1690688"/>
            <a:ext cx="10515600" cy="4351338"/>
          </a:xfrm>
        </p:spPr>
        <p:txBody>
          <a:bodyPr>
            <a:normAutofit/>
          </a:bodyPr>
          <a:lstStyle/>
          <a:p>
            <a:pPr marL="0" indent="0">
              <a:buNone/>
            </a:pPr>
            <a:r>
              <a:rPr lang="en-US" b="1"/>
              <a:t>Input: </a:t>
            </a:r>
            <a:r>
              <a:rPr lang="en-US"/>
              <a:t>Roles &amp; Business Processes</a:t>
            </a:r>
          </a:p>
        </p:txBody>
      </p:sp>
      <p:graphicFrame>
        <p:nvGraphicFramePr>
          <p:cNvPr id="4" name="Table 3">
            <a:extLst>
              <a:ext uri="{FF2B5EF4-FFF2-40B4-BE49-F238E27FC236}">
                <a16:creationId xmlns:a16="http://schemas.microsoft.com/office/drawing/2014/main" id="{A0D24890-69C5-3D76-DFC4-EBD93C68EF17}"/>
              </a:ext>
            </a:extLst>
          </p:cNvPr>
          <p:cNvGraphicFramePr>
            <a:graphicFrameLocks noGrp="1"/>
          </p:cNvGraphicFramePr>
          <p:nvPr>
            <p:extLst>
              <p:ext uri="{D42A27DB-BD31-4B8C-83A1-F6EECF244321}">
                <p14:modId xmlns:p14="http://schemas.microsoft.com/office/powerpoint/2010/main" val="4201355512"/>
              </p:ext>
            </p:extLst>
          </p:nvPr>
        </p:nvGraphicFramePr>
        <p:xfrm>
          <a:off x="249129" y="2209493"/>
          <a:ext cx="11693742" cy="4399280"/>
        </p:xfrm>
        <a:graphic>
          <a:graphicData uri="http://schemas.openxmlformats.org/drawingml/2006/table">
            <a:tbl>
              <a:tblPr firstRow="1" bandRow="1">
                <a:tableStyleId>{5C22544A-7EE6-4342-B048-85BDC9FD1C3A}</a:tableStyleId>
              </a:tblPr>
              <a:tblGrid>
                <a:gridCol w="2794696">
                  <a:extLst>
                    <a:ext uri="{9D8B030D-6E8A-4147-A177-3AD203B41FA5}">
                      <a16:colId xmlns:a16="http://schemas.microsoft.com/office/drawing/2014/main" val="181291323"/>
                    </a:ext>
                  </a:extLst>
                </a:gridCol>
                <a:gridCol w="6413326">
                  <a:extLst>
                    <a:ext uri="{9D8B030D-6E8A-4147-A177-3AD203B41FA5}">
                      <a16:colId xmlns:a16="http://schemas.microsoft.com/office/drawing/2014/main" val="223221726"/>
                    </a:ext>
                  </a:extLst>
                </a:gridCol>
                <a:gridCol w="2485720">
                  <a:extLst>
                    <a:ext uri="{9D8B030D-6E8A-4147-A177-3AD203B41FA5}">
                      <a16:colId xmlns:a16="http://schemas.microsoft.com/office/drawing/2014/main" val="4160488820"/>
                    </a:ext>
                  </a:extLst>
                </a:gridCol>
              </a:tblGrid>
              <a:tr h="370840">
                <a:tc>
                  <a:txBody>
                    <a:bodyPr/>
                    <a:lstStyle/>
                    <a:p>
                      <a:r>
                        <a:rPr lang="en-US"/>
                        <a:t>Output</a:t>
                      </a:r>
                    </a:p>
                  </a:txBody>
                  <a:tcPr/>
                </a:tc>
                <a:tc>
                  <a:txBody>
                    <a:bodyPr/>
                    <a:lstStyle/>
                    <a:p>
                      <a:r>
                        <a:rPr lang="en-US"/>
                        <a:t>Description</a:t>
                      </a:r>
                    </a:p>
                  </a:txBody>
                  <a:tcPr/>
                </a:tc>
                <a:tc>
                  <a:txBody>
                    <a:bodyPr/>
                    <a:lstStyle/>
                    <a:p>
                      <a:r>
                        <a:rPr lang="en-US"/>
                        <a:t>MITA 4.0 Reference</a:t>
                      </a:r>
                    </a:p>
                  </a:txBody>
                  <a:tcPr/>
                </a:tc>
                <a:extLst>
                  <a:ext uri="{0D108BD9-81ED-4DB2-BD59-A6C34878D82A}">
                    <a16:rowId xmlns:a16="http://schemas.microsoft.com/office/drawing/2014/main" val="3277140731"/>
                  </a:ext>
                </a:extLst>
              </a:tr>
              <a:tr h="370840">
                <a:tc>
                  <a:txBody>
                    <a:bodyPr/>
                    <a:lstStyle/>
                    <a:p>
                      <a:r>
                        <a:rPr lang="en-US" b="1"/>
                        <a:t>Information</a:t>
                      </a:r>
                    </a:p>
                  </a:txBody>
                  <a:tcPr/>
                </a:tc>
                <a:tc>
                  <a:txBody>
                    <a:bodyPr/>
                    <a:lstStyle/>
                    <a:p>
                      <a:r>
                        <a:rPr lang="en-US"/>
                        <a:t>Information needed to support capability </a:t>
                      </a:r>
                    </a:p>
                  </a:txBody>
                  <a:tcPr/>
                </a:tc>
                <a:tc>
                  <a:txBody>
                    <a:bodyPr/>
                    <a:lstStyle/>
                    <a:p>
                      <a:r>
                        <a:rPr lang="en-US"/>
                        <a:t>Data Reference Model</a:t>
                      </a:r>
                    </a:p>
                  </a:txBody>
                  <a:tcPr/>
                </a:tc>
                <a:extLst>
                  <a:ext uri="{0D108BD9-81ED-4DB2-BD59-A6C34878D82A}">
                    <a16:rowId xmlns:a16="http://schemas.microsoft.com/office/drawing/2014/main" val="1710268155"/>
                  </a:ext>
                </a:extLst>
              </a:tr>
              <a:tr h="370840">
                <a:tc>
                  <a:txBody>
                    <a:bodyPr/>
                    <a:lstStyle/>
                    <a:p>
                      <a:r>
                        <a:rPr lang="en-US" b="1"/>
                        <a:t>Data Management Capabilities</a:t>
                      </a:r>
                    </a:p>
                  </a:txBody>
                  <a:tcPr/>
                </a:tc>
                <a:tc>
                  <a:txBody>
                    <a:bodyPr/>
                    <a:lstStyle/>
                    <a:p>
                      <a:r>
                        <a:rPr lang="en-US"/>
                        <a:t>Data Management capabilities needed to support capability </a:t>
                      </a:r>
                    </a:p>
                  </a:txBody>
                  <a:tcPr/>
                </a:tc>
                <a:tc>
                  <a:txBody>
                    <a:bodyPr/>
                    <a:lstStyle/>
                    <a:p>
                      <a:r>
                        <a:rPr lang="en-US"/>
                        <a:t>Data Management Capability Reference Model</a:t>
                      </a:r>
                    </a:p>
                  </a:txBody>
                  <a:tcPr/>
                </a:tc>
                <a:extLst>
                  <a:ext uri="{0D108BD9-81ED-4DB2-BD59-A6C34878D82A}">
                    <a16:rowId xmlns:a16="http://schemas.microsoft.com/office/drawing/2014/main" val="307776470"/>
                  </a:ext>
                </a:extLst>
              </a:tr>
              <a:tr h="370840">
                <a:tc>
                  <a:txBody>
                    <a:bodyPr/>
                    <a:lstStyle/>
                    <a:p>
                      <a:r>
                        <a:rPr lang="en-US" b="1"/>
                        <a:t>Information Architecture Views</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Relationships to Business Processes that access the information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Relationships to roles that provide/consume the information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Relationships to technology that utilize the information</a:t>
                      </a:r>
                    </a:p>
                  </a:txBody>
                  <a:tcPr/>
                </a:tc>
                <a:tc>
                  <a:txBody>
                    <a:bodyPr/>
                    <a:lstStyle/>
                    <a:p>
                      <a:r>
                        <a:rPr lang="en-US"/>
                        <a:t>Information Architecture Viewpoints</a:t>
                      </a:r>
                    </a:p>
                  </a:txBody>
                  <a:tcPr/>
                </a:tc>
                <a:extLst>
                  <a:ext uri="{0D108BD9-81ED-4DB2-BD59-A6C34878D82A}">
                    <a16:rowId xmlns:a16="http://schemas.microsoft.com/office/drawing/2014/main" val="2936018835"/>
                  </a:ext>
                </a:extLst>
              </a:tr>
              <a:tr h="370840">
                <a:tc>
                  <a:txBody>
                    <a:bodyPr/>
                    <a:lstStyle/>
                    <a:p>
                      <a:r>
                        <a:rPr lang="en-US" b="1"/>
                        <a:t>Information Architecture Maturity Assessment</a:t>
                      </a:r>
                    </a:p>
                  </a:txBody>
                  <a:tcPr/>
                </a:tc>
                <a:tc>
                  <a:txBody>
                    <a:bodyPr/>
                    <a:lstStyle/>
                    <a:p>
                      <a:r>
                        <a:rPr lang="en-US"/>
                        <a:t>Maturity level of the data management capabilities that are needed to support the capability including As-Is and To-Be levels. </a:t>
                      </a:r>
                    </a:p>
                  </a:txBody>
                  <a:tcPr/>
                </a:tc>
                <a:tc>
                  <a:txBody>
                    <a:bodyPr/>
                    <a:lstStyle/>
                    <a:p>
                      <a:r>
                        <a:rPr lang="en-US"/>
                        <a:t>Information Architecture Maturity Criteria</a:t>
                      </a:r>
                    </a:p>
                  </a:txBody>
                  <a:tcPr/>
                </a:tc>
                <a:extLst>
                  <a:ext uri="{0D108BD9-81ED-4DB2-BD59-A6C34878D82A}">
                    <a16:rowId xmlns:a16="http://schemas.microsoft.com/office/drawing/2014/main" val="897113449"/>
                  </a:ext>
                </a:extLst>
              </a:tr>
              <a:tr h="370840">
                <a:tc>
                  <a:txBody>
                    <a:bodyPr/>
                    <a:lstStyle/>
                    <a:p>
                      <a:r>
                        <a:rPr lang="en-US" b="1"/>
                        <a:t>Information Outcomes</a:t>
                      </a:r>
                    </a:p>
                  </a:txBody>
                  <a:tcPr/>
                </a:tc>
                <a:tc>
                  <a:txBody>
                    <a:bodyPr/>
                    <a:lstStyle/>
                    <a:p>
                      <a:r>
                        <a:rPr lang="en-US"/>
                        <a:t>Identification of desired outcomes and measures associated with the information. (e.g. Data Completeness)</a:t>
                      </a:r>
                    </a:p>
                  </a:txBody>
                  <a:tcPr/>
                </a:tc>
                <a:tc>
                  <a:txBody>
                    <a:bodyPr/>
                    <a:lstStyle/>
                    <a:p>
                      <a:endParaRPr lang="en-US"/>
                    </a:p>
                  </a:txBody>
                  <a:tcPr/>
                </a:tc>
                <a:extLst>
                  <a:ext uri="{0D108BD9-81ED-4DB2-BD59-A6C34878D82A}">
                    <a16:rowId xmlns:a16="http://schemas.microsoft.com/office/drawing/2014/main" val="4258586803"/>
                  </a:ext>
                </a:extLst>
              </a:tr>
            </a:tbl>
          </a:graphicData>
        </a:graphic>
      </p:graphicFrame>
    </p:spTree>
    <p:extLst>
      <p:ext uri="{BB962C8B-B14F-4D97-AF65-F5344CB8AC3E}">
        <p14:creationId xmlns:p14="http://schemas.microsoft.com/office/powerpoint/2010/main" val="24446743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FABED-19DD-FB68-C1B0-C258FEA49C91}"/>
              </a:ext>
            </a:extLst>
          </p:cNvPr>
          <p:cNvSpPr>
            <a:spLocks noGrp="1"/>
          </p:cNvSpPr>
          <p:nvPr>
            <p:ph type="title"/>
          </p:nvPr>
        </p:nvSpPr>
        <p:spPr/>
        <p:txBody>
          <a:bodyPr/>
          <a:lstStyle/>
          <a:p>
            <a:r>
              <a:rPr lang="en-US" b="1"/>
              <a:t>Identifying Data Management Capability Needs</a:t>
            </a:r>
          </a:p>
        </p:txBody>
      </p:sp>
      <p:graphicFrame>
        <p:nvGraphicFramePr>
          <p:cNvPr id="3" name="Table 2">
            <a:extLst>
              <a:ext uri="{FF2B5EF4-FFF2-40B4-BE49-F238E27FC236}">
                <a16:creationId xmlns:a16="http://schemas.microsoft.com/office/drawing/2014/main" id="{CFD46386-DA2D-52F3-E95F-835BCA2B7922}"/>
              </a:ext>
            </a:extLst>
          </p:cNvPr>
          <p:cNvGraphicFramePr>
            <a:graphicFrameLocks noGrp="1"/>
          </p:cNvGraphicFramePr>
          <p:nvPr>
            <p:extLst>
              <p:ext uri="{D42A27DB-BD31-4B8C-83A1-F6EECF244321}">
                <p14:modId xmlns:p14="http://schemas.microsoft.com/office/powerpoint/2010/main" val="738673542"/>
              </p:ext>
            </p:extLst>
          </p:nvPr>
        </p:nvGraphicFramePr>
        <p:xfrm>
          <a:off x="376518" y="1945640"/>
          <a:ext cx="11349319" cy="4602480"/>
        </p:xfrm>
        <a:graphic>
          <a:graphicData uri="http://schemas.openxmlformats.org/drawingml/2006/table">
            <a:tbl>
              <a:tblPr firstRow="1" bandRow="1">
                <a:tableStyleId>{5C22544A-7EE6-4342-B048-85BDC9FD1C3A}</a:tableStyleId>
              </a:tblPr>
              <a:tblGrid>
                <a:gridCol w="504265">
                  <a:extLst>
                    <a:ext uri="{9D8B030D-6E8A-4147-A177-3AD203B41FA5}">
                      <a16:colId xmlns:a16="http://schemas.microsoft.com/office/drawing/2014/main" val="2200732395"/>
                    </a:ext>
                  </a:extLst>
                </a:gridCol>
                <a:gridCol w="6445050">
                  <a:extLst>
                    <a:ext uri="{9D8B030D-6E8A-4147-A177-3AD203B41FA5}">
                      <a16:colId xmlns:a16="http://schemas.microsoft.com/office/drawing/2014/main" val="995717319"/>
                    </a:ext>
                  </a:extLst>
                </a:gridCol>
                <a:gridCol w="1562674">
                  <a:extLst>
                    <a:ext uri="{9D8B030D-6E8A-4147-A177-3AD203B41FA5}">
                      <a16:colId xmlns:a16="http://schemas.microsoft.com/office/drawing/2014/main" val="2137226762"/>
                    </a:ext>
                  </a:extLst>
                </a:gridCol>
                <a:gridCol w="2837330">
                  <a:extLst>
                    <a:ext uri="{9D8B030D-6E8A-4147-A177-3AD203B41FA5}">
                      <a16:colId xmlns:a16="http://schemas.microsoft.com/office/drawing/2014/main" val="3659494695"/>
                    </a:ext>
                  </a:extLst>
                </a:gridCol>
              </a:tblGrid>
              <a:tr h="370840">
                <a:tc>
                  <a:txBody>
                    <a:bodyPr/>
                    <a:lstStyle/>
                    <a:p>
                      <a:r>
                        <a:rPr lang="en-US"/>
                        <a:t>#</a:t>
                      </a:r>
                    </a:p>
                  </a:txBody>
                  <a:tcPr/>
                </a:tc>
                <a:tc>
                  <a:txBody>
                    <a:bodyPr/>
                    <a:lstStyle/>
                    <a:p>
                      <a:r>
                        <a:rPr lang="en-US"/>
                        <a:t>Step</a:t>
                      </a:r>
                    </a:p>
                  </a:txBody>
                  <a:tcPr/>
                </a:tc>
                <a:tc>
                  <a:txBody>
                    <a:bodyPr/>
                    <a:lstStyle/>
                    <a:p>
                      <a:r>
                        <a:rPr lang="en-US"/>
                        <a:t>Function</a:t>
                      </a:r>
                    </a:p>
                  </a:txBody>
                  <a:tcPr/>
                </a:tc>
                <a:tc>
                  <a:txBody>
                    <a:bodyPr/>
                    <a:lstStyle/>
                    <a:p>
                      <a:r>
                        <a:rPr lang="en-US"/>
                        <a:t>Data Management Capability</a:t>
                      </a:r>
                    </a:p>
                  </a:txBody>
                  <a:tcPr/>
                </a:tc>
                <a:extLst>
                  <a:ext uri="{0D108BD9-81ED-4DB2-BD59-A6C34878D82A}">
                    <a16:rowId xmlns:a16="http://schemas.microsoft.com/office/drawing/2014/main" val="1023378712"/>
                  </a:ext>
                </a:extLst>
              </a:tr>
              <a:tr h="370840">
                <a:tc>
                  <a:txBody>
                    <a:bodyPr/>
                    <a:lstStyle/>
                    <a:p>
                      <a:r>
                        <a:rPr lang="en-US" sz="2000"/>
                        <a:t>1</a:t>
                      </a:r>
                    </a:p>
                  </a:txBody>
                  <a:tcPr/>
                </a:tc>
                <a:tc>
                  <a:txBody>
                    <a:bodyPr/>
                    <a:lstStyle/>
                    <a:p>
                      <a:r>
                        <a:rPr lang="en-US" sz="1600" i="0" kern="1200">
                          <a:solidFill>
                            <a:schemeClr val="dk1"/>
                          </a:solidFill>
                          <a:effectLst/>
                          <a:latin typeface="+mn-lt"/>
                          <a:ea typeface="+mn-ea"/>
                          <a:cs typeface="+mn-cs"/>
                        </a:rPr>
                        <a:t>START: Health Care Provider completes and submits an enrollment application or existing Provider submits enrollment application for revalidation.</a:t>
                      </a:r>
                    </a:p>
                  </a:txBody>
                  <a:tcPr/>
                </a:tc>
                <a:tc>
                  <a:txBody>
                    <a:bodyPr/>
                    <a:lstStyle/>
                    <a:p>
                      <a:pPr marL="285750" indent="-285750">
                        <a:buFont typeface="Arial" panose="020B0604020202020204" pitchFamily="34" charset="0"/>
                        <a:buChar char="•"/>
                      </a:pPr>
                      <a:r>
                        <a:rPr lang="en-US" sz="1600" b="0"/>
                        <a:t>Send Data</a:t>
                      </a:r>
                    </a:p>
                  </a:txBody>
                  <a:tcPr/>
                </a:tc>
                <a:tc>
                  <a:txBody>
                    <a:bodyPr/>
                    <a:lstStyle/>
                    <a:p>
                      <a:pPr marL="285750" indent="-285750">
                        <a:buFont typeface="Arial" panose="020B0604020202020204" pitchFamily="34" charset="0"/>
                        <a:buChar char="•"/>
                      </a:pPr>
                      <a:r>
                        <a:rPr lang="en-US" sz="1600" b="0">
                          <a:solidFill>
                            <a:sysClr val="windowText" lastClr="000000"/>
                          </a:solidFill>
                        </a:rPr>
                        <a:t>Data Integration &amp; Interoperabili</a:t>
                      </a:r>
                      <a:r>
                        <a:rPr lang="en-US" sz="1600" b="0" i="1">
                          <a:solidFill>
                            <a:sysClr val="windowText" lastClr="000000"/>
                          </a:solidFill>
                        </a:rPr>
                        <a:t>ty</a:t>
                      </a:r>
                      <a:endParaRPr lang="en-US" sz="1600" b="0"/>
                    </a:p>
                  </a:txBody>
                  <a:tcPr/>
                </a:tc>
                <a:extLst>
                  <a:ext uri="{0D108BD9-81ED-4DB2-BD59-A6C34878D82A}">
                    <a16:rowId xmlns:a16="http://schemas.microsoft.com/office/drawing/2014/main" val="262361631"/>
                  </a:ext>
                </a:extLst>
              </a:tr>
              <a:tr h="370840">
                <a:tc>
                  <a:txBody>
                    <a:bodyPr/>
                    <a:lstStyle/>
                    <a:p>
                      <a:r>
                        <a:rPr lang="en-US" sz="2000"/>
                        <a:t>2</a:t>
                      </a:r>
                    </a:p>
                  </a:txBody>
                  <a:tcPr/>
                </a:tc>
                <a:tc>
                  <a:txBody>
                    <a:bodyPr/>
                    <a:lstStyle/>
                    <a:p>
                      <a:r>
                        <a:rPr lang="en-US" sz="1600" i="0" kern="1200">
                          <a:solidFill>
                            <a:schemeClr val="dk1"/>
                          </a:solidFill>
                          <a:effectLst/>
                          <a:latin typeface="+mn-lt"/>
                          <a:ea typeface="+mn-ea"/>
                          <a:cs typeface="+mn-cs"/>
                        </a:rPr>
                        <a:t>Requestor identifies Office of the National Coordinator for Health Information Technology (ONC) Authorized Testing and Certification Body (ATCB) certification for electronic health record incentive.</a:t>
                      </a:r>
                    </a:p>
                  </a:txBody>
                  <a:tcPr/>
                </a:tc>
                <a:tc>
                  <a:txBody>
                    <a:bodyPr/>
                    <a:lstStyle/>
                    <a:p>
                      <a:pPr marL="285750" indent="-285750">
                        <a:buFont typeface="Arial" panose="020B0604020202020204" pitchFamily="34" charset="0"/>
                        <a:buChar char="•"/>
                      </a:pPr>
                      <a:r>
                        <a:rPr lang="en-US" sz="1600"/>
                        <a:t>Create Data</a:t>
                      </a:r>
                    </a:p>
                  </a:txBody>
                  <a:tcPr/>
                </a:tc>
                <a:tc>
                  <a:txBody>
                    <a:bodyPr/>
                    <a:lstStyle/>
                    <a:p>
                      <a:pPr marL="285750" indent="-285750">
                        <a:buFont typeface="Arial" panose="020B0604020202020204" pitchFamily="34" charset="0"/>
                        <a:buChar char="•"/>
                      </a:pPr>
                      <a:r>
                        <a:rPr lang="en-US" sz="1600"/>
                        <a:t>Data Storage, Operations &amp; Warehousing</a:t>
                      </a:r>
                    </a:p>
                  </a:txBody>
                  <a:tcPr/>
                </a:tc>
                <a:extLst>
                  <a:ext uri="{0D108BD9-81ED-4DB2-BD59-A6C34878D82A}">
                    <a16:rowId xmlns:a16="http://schemas.microsoft.com/office/drawing/2014/main" val="361593286"/>
                  </a:ext>
                </a:extLst>
              </a:tr>
              <a:tr h="370840">
                <a:tc>
                  <a:txBody>
                    <a:bodyPr/>
                    <a:lstStyle/>
                    <a:p>
                      <a:r>
                        <a:rPr lang="en-US" sz="2000"/>
                        <a:t>3</a:t>
                      </a:r>
                    </a:p>
                  </a:txBody>
                  <a:tcPr/>
                </a:tc>
                <a:tc>
                  <a:txBody>
                    <a:bodyPr/>
                    <a:lstStyle/>
                    <a:p>
                      <a:r>
                        <a:rPr lang="en-US" sz="1600" i="0" kern="1200">
                          <a:solidFill>
                            <a:schemeClr val="dk1"/>
                          </a:solidFill>
                          <a:effectLst/>
                          <a:latin typeface="+mn-lt"/>
                          <a:ea typeface="+mn-ea"/>
                          <a:cs typeface="+mn-cs"/>
                        </a:rPr>
                        <a:t>Requestor identifies if they are currently participating in Medicare or Children’s Health Insurance Program (CHIP). If yes, skip to step 14.</a:t>
                      </a:r>
                    </a:p>
                  </a:txBody>
                  <a:tcPr/>
                </a:tc>
                <a:tc>
                  <a:txBody>
                    <a:bodyPr/>
                    <a:lstStyle/>
                    <a:p>
                      <a:pPr marL="285750" indent="-285750">
                        <a:buFont typeface="Arial" panose="020B0604020202020204" pitchFamily="34" charset="0"/>
                        <a:buChar char="•"/>
                      </a:pPr>
                      <a:r>
                        <a:rPr lang="en-US" sz="1600"/>
                        <a:t>Create Data</a:t>
                      </a:r>
                    </a:p>
                  </a:txBody>
                  <a:tcPr/>
                </a:tc>
                <a:tc>
                  <a:txBody>
                    <a:bodyPr/>
                    <a:lstStyle/>
                    <a:p>
                      <a:pPr marL="285750" indent="-285750">
                        <a:buFont typeface="Arial" panose="020B0604020202020204" pitchFamily="34" charset="0"/>
                        <a:buChar char="•"/>
                      </a:pPr>
                      <a:r>
                        <a:rPr lang="en-US" sz="1600"/>
                        <a:t>Data Storage, Operations &amp; Warehousing</a:t>
                      </a:r>
                    </a:p>
                  </a:txBody>
                  <a:tcPr/>
                </a:tc>
                <a:extLst>
                  <a:ext uri="{0D108BD9-81ED-4DB2-BD59-A6C34878D82A}">
                    <a16:rowId xmlns:a16="http://schemas.microsoft.com/office/drawing/2014/main" val="2728342347"/>
                  </a:ext>
                </a:extLst>
              </a:tr>
              <a:tr h="370840">
                <a:tc>
                  <a:txBody>
                    <a:bodyPr/>
                    <a:lstStyle/>
                    <a:p>
                      <a:r>
                        <a:rPr lang="en-US" sz="2000"/>
                        <a: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i="0" kern="1200">
                          <a:solidFill>
                            <a:schemeClr val="dk1"/>
                          </a:solidFill>
                          <a:effectLst/>
                          <a:latin typeface="+mn-lt"/>
                          <a:ea typeface="+mn-ea"/>
                          <a:cs typeface="+mn-cs"/>
                        </a:rPr>
                        <a:t>Validate submitted enrollment application information</a:t>
                      </a:r>
                    </a:p>
                  </a:txBody>
                  <a:tcPr/>
                </a:tc>
                <a:tc>
                  <a:txBody>
                    <a:bodyPr/>
                    <a:lstStyle/>
                    <a:p>
                      <a:pPr marL="285750" indent="-285750">
                        <a:buFont typeface="Arial" panose="020B0604020202020204" pitchFamily="34" charset="0"/>
                        <a:buChar char="•"/>
                      </a:pPr>
                      <a:r>
                        <a:rPr lang="en-US" sz="1600"/>
                        <a:t>Validate data</a:t>
                      </a:r>
                    </a:p>
                  </a:txBody>
                  <a:tcPr/>
                </a:tc>
                <a:tc>
                  <a:txBody>
                    <a:bodyPr/>
                    <a:lstStyle/>
                    <a:p>
                      <a:pPr marL="285750" indent="-285750">
                        <a:buFont typeface="Arial" panose="020B0604020202020204" pitchFamily="34" charset="0"/>
                        <a:buChar char="•"/>
                      </a:pPr>
                      <a:r>
                        <a:rPr lang="en-US" sz="1600"/>
                        <a:t>Data Quality</a:t>
                      </a:r>
                    </a:p>
                  </a:txBody>
                  <a:tcPr/>
                </a:tc>
                <a:extLst>
                  <a:ext uri="{0D108BD9-81ED-4DB2-BD59-A6C34878D82A}">
                    <a16:rowId xmlns:a16="http://schemas.microsoft.com/office/drawing/2014/main" val="1571688969"/>
                  </a:ext>
                </a:extLst>
              </a:tr>
              <a:tr h="370840">
                <a:tc>
                  <a:txBody>
                    <a:bodyPr/>
                    <a:lstStyle/>
                    <a:p>
                      <a:r>
                        <a:rPr lang="en-US" sz="2000"/>
                        <a:t>5</a:t>
                      </a:r>
                    </a:p>
                  </a:txBody>
                  <a:tcPr/>
                </a:tc>
                <a:tc>
                  <a:txBody>
                    <a:bodyPr/>
                    <a:lstStyle/>
                    <a:p>
                      <a:r>
                        <a:rPr lang="en-US" sz="1600" i="0" kern="1200">
                          <a:solidFill>
                            <a:schemeClr val="dk1"/>
                          </a:solidFill>
                          <a:effectLst/>
                          <a:latin typeface="+mn-lt"/>
                          <a:ea typeface="+mn-ea"/>
                          <a:cs typeface="+mn-cs"/>
                        </a:rPr>
                        <a:t>Requestor selects application fee payment option including designation of hardship or exclusions from payment.</a:t>
                      </a:r>
                    </a:p>
                  </a:txBody>
                  <a:tcPr/>
                </a:tc>
                <a:tc>
                  <a:txBody>
                    <a:bodyPr/>
                    <a:lstStyle/>
                    <a:p>
                      <a:pPr marL="285750" indent="-285750">
                        <a:buFont typeface="Arial" panose="020B0604020202020204" pitchFamily="34" charset="0"/>
                        <a:buChar char="•"/>
                      </a:pPr>
                      <a:r>
                        <a:rPr lang="en-US" sz="1600"/>
                        <a:t>Create Data</a:t>
                      </a:r>
                    </a:p>
                  </a:txBody>
                  <a:tcPr/>
                </a:tc>
                <a:tc>
                  <a:txBody>
                    <a:bodyPr/>
                    <a:lstStyle/>
                    <a:p>
                      <a:pPr marL="285750" indent="-285750">
                        <a:buFont typeface="Arial" panose="020B0604020202020204" pitchFamily="34" charset="0"/>
                        <a:buChar char="•"/>
                      </a:pPr>
                      <a:r>
                        <a:rPr lang="en-US" sz="1600"/>
                        <a:t>Data Storage, Operations &amp; Warehousing</a:t>
                      </a:r>
                    </a:p>
                  </a:txBody>
                  <a:tcPr/>
                </a:tc>
                <a:extLst>
                  <a:ext uri="{0D108BD9-81ED-4DB2-BD59-A6C34878D82A}">
                    <a16:rowId xmlns:a16="http://schemas.microsoft.com/office/drawing/2014/main" val="3516928813"/>
                  </a:ext>
                </a:extLst>
              </a:tr>
              <a:tr h="370840">
                <a:tc>
                  <a:txBody>
                    <a:bodyPr/>
                    <a:lstStyle/>
                    <a:p>
                      <a:r>
                        <a:rPr lang="en-US" sz="2000"/>
                        <a:t>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i="0" kern="1200">
                          <a:solidFill>
                            <a:schemeClr val="dk1"/>
                          </a:solidFill>
                          <a:effectLst/>
                          <a:latin typeface="+mn-lt"/>
                          <a:ea typeface="+mn-ea"/>
                          <a:cs typeface="+mn-cs"/>
                        </a:rPr>
                        <a:t>Requestor provides appropriate payment information.</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b="0"/>
                        <a:t>Create Data</a:t>
                      </a:r>
                    </a:p>
                  </a:txBody>
                  <a:tcPr/>
                </a:tc>
                <a:tc>
                  <a:txBody>
                    <a:bodyPr/>
                    <a:lstStyle/>
                    <a:p>
                      <a:pPr marL="285750" indent="-285750">
                        <a:buFont typeface="Arial" panose="020B0604020202020204" pitchFamily="34" charset="0"/>
                        <a:buChar char="•"/>
                      </a:pPr>
                      <a:r>
                        <a:rPr lang="en-US" sz="1600"/>
                        <a:t>Data Storage, Operations &amp; Warehousing</a:t>
                      </a:r>
                    </a:p>
                  </a:txBody>
                  <a:tcPr/>
                </a:tc>
                <a:extLst>
                  <a:ext uri="{0D108BD9-81ED-4DB2-BD59-A6C34878D82A}">
                    <a16:rowId xmlns:a16="http://schemas.microsoft.com/office/drawing/2014/main" val="1543764851"/>
                  </a:ext>
                </a:extLst>
              </a:tr>
            </a:tbl>
          </a:graphicData>
        </a:graphic>
      </p:graphicFrame>
    </p:spTree>
    <p:extLst>
      <p:ext uri="{BB962C8B-B14F-4D97-AF65-F5344CB8AC3E}">
        <p14:creationId xmlns:p14="http://schemas.microsoft.com/office/powerpoint/2010/main" val="20798087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253</TotalTime>
  <Words>887</Words>
  <Application>Microsoft Office PowerPoint</Application>
  <PresentationFormat>Widescreen</PresentationFormat>
  <Paragraphs>148</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Business Architecture Capability Overview</vt:lpstr>
      <vt:lpstr>Business Architecture Capability Reference Model</vt:lpstr>
      <vt:lpstr>Capability Metamodel</vt:lpstr>
      <vt:lpstr>MITA Capability Model</vt:lpstr>
      <vt:lpstr>PowerPoint Presentation</vt:lpstr>
      <vt:lpstr>Strategic and Support Capabilities</vt:lpstr>
      <vt:lpstr>Provider Management</vt:lpstr>
      <vt:lpstr>PowerPoint Presentation</vt:lpstr>
      <vt:lpstr>PowerPoint Presentation</vt:lpstr>
      <vt:lpstr>Applying to ORBIT Model</vt:lpstr>
      <vt:lpstr>Orbit Model</vt:lpstr>
      <vt:lpstr>ORBIT Model Example</vt:lpstr>
      <vt:lpstr>IA Component in ORBIT</vt:lpstr>
      <vt:lpstr>Identifying Data Management Capability Needs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Carter, Dwayne@HCAI</dc:creator>
  <cp:lastModifiedBy>Austin Wagenknecht</cp:lastModifiedBy>
  <cp:revision>320</cp:revision>
  <dcterms:created xsi:type="dcterms:W3CDTF">2025-07-15T15:46:45Z</dcterms:created>
  <dcterms:modified xsi:type="dcterms:W3CDTF">2026-07-17T14:48:03Z</dcterms:modified>
</cp:coreProperties>
</file>